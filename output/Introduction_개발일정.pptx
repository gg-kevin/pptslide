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handoutMasterIdLst>
    <p:handoutMasterId r:id="rId7"/>
  </p:handoutMasterIdLst>
  <p:sldIdLst>
    <p:sldId id="256" r:id="rId5"/>
  </p:sldIdLst>
  <p:sldSz cx="12192000" cy="6858000"/>
  <p:notesSz cx="6797675" cy="987266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6" userDrawn="1">
          <p15:clr>
            <a:srgbClr val="A4A3A4"/>
          </p15:clr>
        </p15:guide>
        <p15:guide id="2" pos="225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 userDrawn="1">
          <p15:clr>
            <a:srgbClr val="A4A3A4"/>
          </p15:clr>
        </p15:guide>
        <p15:guide id="2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3300"/>
    <a:srgbClr val="0033CC"/>
    <a:srgbClr val="3333CC"/>
    <a:srgbClr val="C80000"/>
    <a:srgbClr val="FF9900"/>
    <a:srgbClr val="33CC33"/>
    <a:srgbClr val="0F398F"/>
    <a:srgbClr val="144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40" autoAdjust="0"/>
    <p:restoredTop sz="96804" autoAdjust="0"/>
  </p:normalViewPr>
  <p:slideViewPr>
    <p:cSldViewPr>
      <p:cViewPr varScale="1">
        <p:scale>
          <a:sx n="121" d="100"/>
          <a:sy n="121" d="100"/>
        </p:scale>
        <p:origin x="132" y="222"/>
      </p:cViewPr>
      <p:guideLst>
        <p:guide orient="horz" pos="3566"/>
        <p:guide pos="225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48" y="-96"/>
      </p:cViewPr>
      <p:guideLst>
        <p:guide orient="horz" pos="3110"/>
        <p:guide pos="2142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83FE285-BCD1-454B-9ABB-5ACA170B4AC4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24F7B0F9-2746-47D6-B1C4-A25D92A1EC8A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18463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C6DEE9-2C2A-46E0-8D0A-0B2A7434BF60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7950" y="739775"/>
            <a:ext cx="6581775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5" tIns="45568" rIns="91135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688721"/>
            <a:ext cx="5438775" cy="4444286"/>
          </a:xfrm>
          <a:prstGeom prst="rect">
            <a:avLst/>
          </a:prstGeom>
        </p:spPr>
        <p:txBody>
          <a:bodyPr vert="horz" lIns="91135" tIns="45568" rIns="91135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6FC4998-0E65-4FC5-9425-339769C5A7D7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56734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50" indent="-28575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38" indent="-254000">
              <a:lnSpc>
                <a:spcPts val="2160"/>
              </a:lnSpc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8038" indent="-268288">
              <a:lnSpc>
                <a:spcPts val="2100"/>
              </a:lnSpc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938" indent="-134938"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60000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/>
          <a:lstStyle>
            <a:lvl1pPr marL="0" indent="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550829983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36F77048-831F-4214-AFB5-F686D2A46E25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82742" y="764704"/>
            <a:ext cx="7621770" cy="5871046"/>
          </a:xfrm>
          <a:prstGeom prst="rect">
            <a:avLst/>
          </a:prstGeom>
        </p:spPr>
        <p:txBody>
          <a:bodyPr/>
          <a:lstStyle>
            <a:lvl1pPr marL="180000" indent="-432000">
              <a:lnSpc>
                <a:spcPct val="200000"/>
              </a:lnSpc>
              <a:buFont typeface="+mj-lt"/>
              <a:buAutoNum type="romanUcPeriod"/>
              <a:defRPr sz="1800" b="1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432000" indent="216000">
              <a:lnSpc>
                <a:spcPts val="1850"/>
              </a:lnSpc>
              <a:buFont typeface="+mj-lt"/>
              <a:buAutoNum type="arabicPeriod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4000" indent="216000">
              <a:lnSpc>
                <a:spcPts val="1850"/>
              </a:lnSpc>
              <a:buFont typeface="+mj-lt"/>
              <a:buAutoNum type="arabicParenR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5pPr marL="1828800" indent="0">
              <a:buNone/>
              <a:defRPr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ko-KR" altLang="en-US" dirty="0"/>
          </a:p>
        </p:txBody>
      </p:sp>
      <p:sp>
        <p:nvSpPr>
          <p:cNvPr id="11" name="제목 1"/>
          <p:cNvSpPr>
            <a:spLocks noGrp="1"/>
          </p:cNvSpPr>
          <p:nvPr>
            <p:ph type="title"/>
          </p:nvPr>
        </p:nvSpPr>
        <p:spPr>
          <a:xfrm>
            <a:off x="158110" y="12701"/>
            <a:ext cx="11698530" cy="549275"/>
          </a:xfrm>
          <a:prstGeom prst="rect">
            <a:avLst/>
          </a:prstGeom>
        </p:spPr>
        <p:txBody>
          <a:bodyPr anchor="ctr"/>
          <a:lstStyle>
            <a:lvl1pPr algn="l" rtl="0" eaLnBrk="1" fontAlgn="base" latinLnBrk="1" hangingPunct="1">
              <a:spcBef>
                <a:spcPct val="0"/>
              </a:spcBef>
              <a:spcAft>
                <a:spcPct val="0"/>
              </a:spcAft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56783086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9985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09BAF6E-014A-4D9C-B942-1CBCC7133741}" type="datetimeFigureOut">
              <a:rPr lang="ko-KR" altLang="en-US" smtClean="0"/>
              <a:pPr/>
              <a:t>2026. 9. 2.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91C5C8B-181F-4726-B8DF-5AD4BF9F132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24423" y="1052513"/>
            <a:ext cx="10943167" cy="0"/>
          </a:xfrm>
          <a:prstGeom prst="line">
            <a:avLst/>
          </a:prstGeom>
          <a:ln w="571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내용 개체 틀 2"/>
          <p:cNvSpPr>
            <a:spLocks noGrp="1"/>
          </p:cNvSpPr>
          <p:nvPr>
            <p:ph idx="1"/>
          </p:nvPr>
        </p:nvSpPr>
        <p:spPr>
          <a:xfrm>
            <a:off x="609600" y="1124744"/>
            <a:ext cx="10972800" cy="521097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25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lvl2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2pPr>
            <a:lvl3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3pPr>
            <a:lvl4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4pPr>
            <a:lvl5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5pPr>
            <a:extLst/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10" name="제목 6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850106"/>
          </a:xfrm>
        </p:spPr>
        <p:txBody>
          <a:bodyPr rtlCol="0">
            <a:normAutofit/>
          </a:bodyPr>
          <a:lstStyle>
            <a:lvl1pPr>
              <a:defRPr sz="2275">
                <a:solidFill>
                  <a:srgbClr val="002060"/>
                </a:solidFill>
                <a:effectLst/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9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1. 일반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 userDrawn="1"/>
        </p:nvSpPr>
        <p:spPr>
          <a:xfrm>
            <a:off x="10883449" y="76526"/>
            <a:ext cx="1150055" cy="2925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3" tIns="45711" rIns="91423" bIns="45711"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1500" b="1" dirty="0">
                <a:solidFill>
                  <a:prstClr val="black"/>
                </a:solidFill>
              </a:rPr>
              <a:t>대외비</a:t>
            </a:r>
          </a:p>
        </p:txBody>
      </p:sp>
      <p:pic>
        <p:nvPicPr>
          <p:cNvPr id="9" name="그림 6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549281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73493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666750" y="1544836"/>
            <a:ext cx="10858500" cy="2321719"/>
          </a:xfrm>
          <a:prstGeom prst="rect">
            <a:avLst/>
          </a:prstGeom>
        </p:spPr>
        <p:txBody>
          <a:bodyPr anchor="b"/>
          <a:lstStyle>
            <a:lvl1pPr>
              <a:lnSpc>
                <a:spcPct val="80000"/>
              </a:lnSpc>
              <a:defRPr sz="5765" spc="-58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r>
              <a:t>프레젠테이션 제목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66750" y="3750469"/>
            <a:ext cx="10858500" cy="1023417"/>
          </a:xfrm>
          <a:prstGeom prst="rect">
            <a:avLst/>
          </a:prstGeom>
        </p:spPr>
        <p:txBody>
          <a:bodyPr/>
          <a:lstStyle>
            <a:lvl1pPr marL="0" indent="0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1pPr>
            <a:lvl2pPr marL="0" indent="321457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2pPr>
            <a:lvl3pPr marL="0" indent="642915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3pPr>
            <a:lvl4pPr marL="0" indent="964372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4pPr>
            <a:lvl5pPr marL="0" indent="1285829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66750" y="5913856"/>
            <a:ext cx="10858500" cy="301824"/>
          </a:xfrm>
          <a:prstGeom prst="rect">
            <a:avLst/>
          </a:prstGeom>
        </p:spPr>
        <p:txBody>
          <a:bodyPr/>
          <a:lstStyle>
            <a:lvl1pPr marL="0" indent="0" algn="ctr" defTabSz="400353">
              <a:lnSpc>
                <a:spcPct val="100000"/>
              </a:lnSpc>
              <a:spcBef>
                <a:spcPts val="0"/>
              </a:spcBef>
              <a:buSzTx/>
              <a:buNone/>
              <a:defRPr sz="1364" spc="-13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 Next Medium"/>
              </a:defRPr>
            </a:lvl1pPr>
          </a:lstStyle>
          <a:p>
            <a:r>
              <a:t>저자 및 날짜</a:t>
            </a:r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5965974" y="6418819"/>
            <a:ext cx="261482" cy="223619"/>
          </a:xfrm>
          <a:prstGeom prst="rect">
            <a:avLst/>
          </a:prstGeom>
        </p:spPr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fld id="{86CB4B4D-7CA3-9044-876B-883B54F8677D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7121819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36" indent="-285736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SzPct val="100000"/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10" indent="-253987">
              <a:lnSpc>
                <a:spcPts val="2160"/>
              </a:lnSpc>
              <a:buSzPct val="100000"/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7997" indent="-268274">
              <a:lnSpc>
                <a:spcPts val="2100"/>
              </a:lnSpc>
              <a:buSzPct val="100000"/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892" indent="-134931">
              <a:buSzPct val="100000"/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 anchor="ctr"/>
          <a:lstStyle>
            <a:lvl1pPr marL="0" indent="0" algn="l" rtl="0" eaLnBrk="1" fontAlgn="base" latinLnBrk="1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869186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51987" indent="-251987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39972" indent="-251987">
              <a:lnSpc>
                <a:spcPts val="2160"/>
              </a:lnSpc>
              <a:buFont typeface="+mj-lt"/>
              <a:buAutoNum type="arabicParenR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3965" indent="-143993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1079945">
              <a:defRPr sz="1400"/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52688408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4580" r:id="rId1"/>
    <p:sldLayoutId id="2147484581" r:id="rId2"/>
    <p:sldLayoutId id="2147484578" r:id="rId3"/>
    <p:sldLayoutId id="2147484582" r:id="rId4"/>
    <p:sldLayoutId id="2147484583" r:id="rId5"/>
    <p:sldLayoutId id="2147484584" r:id="rId6"/>
    <p:sldLayoutId id="2147484585" r:id="rId7"/>
    <p:sldLayoutId id="2147484586" r:id="rId8"/>
  </p:sldLayoutIdLst>
  <p:transition>
    <p:fade/>
  </p:transition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개발 일정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100" name="공정 셰브런 1"/>
          <p:cNvSpPr/>
          <p:nvPr/>
        </p:nvSpPr>
        <p:spPr>
          <a:xfrm>
            <a:off x="895812" y="1135490"/>
            <a:ext cx="1800582" cy="1194067"/>
          </a:xfrm>
          <a:prstGeom prst="homePlate">
            <a:avLst>
              <a:gd name="adj" fmla="val 50000"/>
            </a:avLst>
          </a:prstGeom>
          <a:gradFill flip="none" rotWithShape="1">
            <a:gsLst>
              <a:gs pos="0">
                <a:srgbClr val="7D58AA"/>
              </a:gs>
              <a:gs pos="12000">
                <a:srgbClr val="825AB0"/>
              </a:gs>
              <a:gs pos="100000">
                <a:srgbClr val="583D78"/>
              </a:gs>
            </a:gsLst>
            <a:lin ang="5400000" scaled="0"/>
          </a:gradFill>
          <a:ln w="9525">
            <a:solidFill>
              <a:srgbClr val="583D78"/>
            </a:solidFill>
          </a:ln>
        </p:spPr>
        <p:txBody>
          <a:bodyPr lIns="179162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KOM &amp;</a:t>
            </a:r>
            <a:br>
              <a:rPr lang="ko-KR"/>
            </a:b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방향성 검토</a:t>
            </a:r>
          </a:p>
        </p:txBody>
      </p:sp>
      <p:sp>
        <p:nvSpPr>
          <p:cNvPr id="101" name="공정 셰브런 2"/>
          <p:cNvSpPr/>
          <p:nvPr/>
        </p:nvSpPr>
        <p:spPr>
          <a:xfrm>
            <a:off x="2105158" y="1135490"/>
            <a:ext cx="2839724" cy="1194067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rgbClr val="5D4EB5"/>
              </a:gs>
              <a:gs pos="12000">
                <a:srgbClr val="6353BB"/>
              </a:gs>
              <a:gs pos="100000">
                <a:srgbClr val="413781"/>
              </a:gs>
            </a:gsLst>
            <a:lin ang="5400000" scaled="0"/>
          </a:gradFill>
          <a:ln w="9525">
            <a:solidFill>
              <a:srgbClr val="413781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L&amp;L System</a:t>
            </a:r>
            <a:br>
              <a:rPr lang="ko-KR"/>
            </a:b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Mgmt</a:t>
            </a:r>
          </a:p>
        </p:txBody>
      </p:sp>
      <p:sp>
        <p:nvSpPr>
          <p:cNvPr id="102" name="공정 셰브런 3"/>
          <p:cNvSpPr/>
          <p:nvPr/>
        </p:nvSpPr>
        <p:spPr>
          <a:xfrm>
            <a:off x="4353646" y="1135490"/>
            <a:ext cx="2830766" cy="1194067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rgbClr val="465AC0"/>
              </a:gs>
              <a:gs pos="12000">
                <a:srgbClr val="4B60C6"/>
              </a:gs>
              <a:gs pos="100000">
                <a:srgbClr val="313F88"/>
              </a:gs>
            </a:gsLst>
            <a:lin ang="5400000" scaled="0"/>
          </a:gradFill>
          <a:ln w="9525">
            <a:solidFill>
              <a:srgbClr val="313F88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Trend Mgmt</a:t>
            </a:r>
          </a:p>
        </p:txBody>
      </p:sp>
      <p:sp>
        <p:nvSpPr>
          <p:cNvPr id="103" name="공정 셰브런 4"/>
          <p:cNvSpPr/>
          <p:nvPr/>
        </p:nvSpPr>
        <p:spPr>
          <a:xfrm>
            <a:off x="6593176" y="1135490"/>
            <a:ext cx="2839724" cy="1194067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rgbClr val="3D82CD"/>
              </a:gs>
              <a:gs pos="12000">
                <a:srgbClr val="4287D2"/>
              </a:gs>
              <a:gs pos="100000">
                <a:srgbClr val="2B5B91"/>
              </a:gs>
            </a:gsLst>
            <a:lin ang="5400000" scaled="0"/>
          </a:gradFill>
          <a:ln w="9525">
            <a:solidFill>
              <a:srgbClr val="2B5B91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Risk Mgmt</a:t>
            </a:r>
          </a:p>
        </p:txBody>
      </p:sp>
      <p:sp>
        <p:nvSpPr>
          <p:cNvPr id="104" name="공정 셰브런 5"/>
          <p:cNvSpPr/>
          <p:nvPr/>
        </p:nvSpPr>
        <p:spPr>
          <a:xfrm>
            <a:off x="8841663" y="1135490"/>
            <a:ext cx="2454525" cy="1194067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rgbClr val="35B5D8"/>
              </a:gs>
              <a:gs pos="12000">
                <a:srgbClr val="39BBDD"/>
              </a:gs>
              <a:gs pos="100000">
                <a:srgbClr val="258198"/>
              </a:gs>
            </a:gsLst>
            <a:lin ang="5400000" scaled="0"/>
          </a:gradFill>
          <a:ln w="9525">
            <a:solidFill>
              <a:srgbClr val="258198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시스템 개발</a:t>
            </a:r>
            <a:br>
              <a:rPr lang="ko-KR"/>
            </a:b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Wrap-up</a:t>
            </a:r>
          </a:p>
        </p:txBody>
      </p:sp>
      <p:sp>
        <p:nvSpPr>
          <p:cNvPr id="200" name="단계별 세부내용"/>
          <p:cNvSpPr txBox="1"/>
          <p:nvPr/>
        </p:nvSpPr>
        <p:spPr>
          <a:xfrm>
            <a:off x="335360" y="2420000"/>
            <a:ext cx="11521280" cy="4033188"/>
          </a:xfrm>
          <a:prstGeom prst="rect">
            <a:avLst/>
          </a:prstGeom>
          <a:noFill/>
        </p:spPr>
        <p:txBody>
          <a:bodyPr wrap="square" lIns="91440" tIns="0" rIns="91440" bIns="0">
            <a:normAutofit/>
          </a:bodyPr>
          <a:lstStyle/>
          <a:p>
            <a:pPr marL="541338" indent="-254000">
              <a:lnSpc>
                <a:spcPts val="2160"/>
              </a:lnSpc>
              <a:spcBef>
                <a:spcPts val="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1단계 (~3월 중순) : KOM &amp; 방향성 검토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TFT 결성, 현업 사용 시스템 및 Stage/공종별 업무 파악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개발 방향성 : 현업이 실제 쓰고 있는 체계를 중심으로 개발하고, 여기에 리스크 관리 관점을 접목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L&amp;L(착수 전 사례 검토)과 Trend Mgmt(입찰 대비 변경사항 기록·관리) 2개 시스템 필요성 도출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2단계 (3월 중순 ~ 4월 중순) : L&amp;L System Mgmt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기존 HMAP 관리시스템을 기반으로 사례를 축적·활용하는 L&amp;L 운영 시스템 개발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즉시 반영이 어렵거나 장기·중요 사안은 Trend Mgmt로 이관하여 관리하는 체계 구축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3단계 (4월 중순 ~ 5월 중순) : Trend Mgmt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운영 중인 SAT4 · CSSP 자료를 연계하여 Trend Management 시스템 개발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Log → Master → Trend 3단계 분류 체계 적용 (Log 최하위, Trend 최상위)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4단계 (5월 중순 ~ 6월, 9월) : Risk Mgmt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L&amp;L 및 Trend Management 시스템에 리스크(Risk) 관리 개념 도입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5단계 (10월 ~ 12월) : 시스템 개발 Wrap-up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보안 · 로그인 · 결제 시스템을 추가하여 런칭 예정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dirty="0" smtClean="0">
            <a:solidFill>
              <a:srgbClr val="FF0000"/>
            </a:solidFill>
            <a:latin typeface="현대하모니 L" panose="02020603020101020101" pitchFamily="18" charset="-127"/>
            <a:ea typeface="현대하모니 L" panose="02020603020101020101" pitchFamily="18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29547</TotalTime>
  <Words>2743</Words>
  <Application>Microsoft Office PowerPoint</Application>
  <PresentationFormat>와이드스크린</PresentationFormat>
  <Paragraphs>1022</Paragraphs>
  <Slides>4</Slides>
  <Notes>2</Notes>
  <HiddenSlides>1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5" baseType="lpstr">
      <vt:lpstr>디자인 사용자 지정</vt:lpstr>
      <vt:lpstr>PowerPoint 프레젠테이션</vt:lpstr>
      <vt:lpstr>목  차 </vt:lpstr>
      <vt:lpstr>슬라이드제목</vt:lpstr>
      <vt:lpstr>PowerPoint 프레젠테이션</vt:lpstr>
    </vt:vector>
  </TitlesOfParts>
  <Company>HDEC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김혜윤(KIM HAE YUN)</dc:creator>
  <cp:lastModifiedBy>kihun song</cp:lastModifiedBy>
  <cp:revision>1463</cp:revision>
  <cp:lastPrinted>2022-05-11T23:15:41Z</cp:lastPrinted>
  <dcterms:created xsi:type="dcterms:W3CDTF">2011-02-08T05:54:54Z</dcterms:created>
  <dcterms:modified xsi:type="dcterms:W3CDTF">2026-09-02T01:01:49Z</dcterms:modified>
</cp:coreProperties>
</file>