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78" r:id="rId1"/>
  </p:sldMasterIdLst>
  <p:notesMasterIdLst>
    <p:notesMasterId r:id="rId6"/>
  </p:notesMasterIdLst>
  <p:handoutMasterIdLst>
    <p:handoutMasterId r:id="rId7"/>
  </p:handoutMasterIdLst>
  <p:sldIdLst>
    <p:sldId id="256" r:id="rId5"/>
  </p:sldIdLst>
  <p:sldSz cx="12192000" cy="6858000"/>
  <p:notesSz cx="6797675" cy="9872663"/>
  <p:defaultTextStyle>
    <a:defPPr>
      <a:defRPr lang="ko-KR"/>
    </a:defPPr>
    <a:lvl1pPr algn="l" rtl="0" fontAlgn="base" latinLnBrk="1">
      <a:spcBef>
        <a:spcPct val="0"/>
      </a:spcBef>
      <a:spcAft>
        <a:spcPct val="0"/>
      </a:spcAft>
      <a:defRPr kumimoji="1" kern="1200">
        <a:solidFill>
          <a:schemeClr val="tx1"/>
        </a:solidFill>
        <a:latin typeface="굴림" panose="020B0600000101010101" pitchFamily="50" charset="-127"/>
        <a:ea typeface="굴림" panose="020B0600000101010101" pitchFamily="50" charset="-127"/>
        <a:cs typeface="+mn-cs"/>
      </a:defRPr>
    </a:lvl1pPr>
    <a:lvl2pPr marL="457200" algn="l" rtl="0" fontAlgn="base" latinLnBrk="1">
      <a:spcBef>
        <a:spcPct val="0"/>
      </a:spcBef>
      <a:spcAft>
        <a:spcPct val="0"/>
      </a:spcAft>
      <a:defRPr kumimoji="1" kern="1200">
        <a:solidFill>
          <a:schemeClr val="tx1"/>
        </a:solidFill>
        <a:latin typeface="굴림" panose="020B0600000101010101" pitchFamily="50" charset="-127"/>
        <a:ea typeface="굴림" panose="020B0600000101010101" pitchFamily="50" charset="-127"/>
        <a:cs typeface="+mn-cs"/>
      </a:defRPr>
    </a:lvl2pPr>
    <a:lvl3pPr marL="914400" algn="l" rtl="0" fontAlgn="base" latinLnBrk="1">
      <a:spcBef>
        <a:spcPct val="0"/>
      </a:spcBef>
      <a:spcAft>
        <a:spcPct val="0"/>
      </a:spcAft>
      <a:defRPr kumimoji="1" kern="1200">
        <a:solidFill>
          <a:schemeClr val="tx1"/>
        </a:solidFill>
        <a:latin typeface="굴림" panose="020B0600000101010101" pitchFamily="50" charset="-127"/>
        <a:ea typeface="굴림" panose="020B0600000101010101" pitchFamily="50" charset="-127"/>
        <a:cs typeface="+mn-cs"/>
      </a:defRPr>
    </a:lvl3pPr>
    <a:lvl4pPr marL="1371600" algn="l" rtl="0" fontAlgn="base" latinLnBrk="1">
      <a:spcBef>
        <a:spcPct val="0"/>
      </a:spcBef>
      <a:spcAft>
        <a:spcPct val="0"/>
      </a:spcAft>
      <a:defRPr kumimoji="1" kern="1200">
        <a:solidFill>
          <a:schemeClr val="tx1"/>
        </a:solidFill>
        <a:latin typeface="굴림" panose="020B0600000101010101" pitchFamily="50" charset="-127"/>
        <a:ea typeface="굴림" panose="020B0600000101010101" pitchFamily="50" charset="-127"/>
        <a:cs typeface="+mn-cs"/>
      </a:defRPr>
    </a:lvl4pPr>
    <a:lvl5pPr marL="1828800" algn="l" rtl="0" fontAlgn="base" latinLnBrk="1">
      <a:spcBef>
        <a:spcPct val="0"/>
      </a:spcBef>
      <a:spcAft>
        <a:spcPct val="0"/>
      </a:spcAft>
      <a:defRPr kumimoji="1" kern="1200">
        <a:solidFill>
          <a:schemeClr val="tx1"/>
        </a:solidFill>
        <a:latin typeface="굴림" panose="020B0600000101010101" pitchFamily="50" charset="-127"/>
        <a:ea typeface="굴림" panose="020B0600000101010101" pitchFamily="50" charset="-127"/>
        <a:cs typeface="+mn-cs"/>
      </a:defRPr>
    </a:lvl5pPr>
    <a:lvl6pPr marL="2286000" algn="l" defTabSz="914400" rtl="0" eaLnBrk="1" latinLnBrk="1" hangingPunct="1">
      <a:defRPr kumimoji="1" kern="1200">
        <a:solidFill>
          <a:schemeClr val="tx1"/>
        </a:solidFill>
        <a:latin typeface="굴림" panose="020B0600000101010101" pitchFamily="50" charset="-127"/>
        <a:ea typeface="굴림" panose="020B0600000101010101" pitchFamily="50" charset="-127"/>
        <a:cs typeface="+mn-cs"/>
      </a:defRPr>
    </a:lvl6pPr>
    <a:lvl7pPr marL="2743200" algn="l" defTabSz="914400" rtl="0" eaLnBrk="1" latinLnBrk="1" hangingPunct="1">
      <a:defRPr kumimoji="1" kern="1200">
        <a:solidFill>
          <a:schemeClr val="tx1"/>
        </a:solidFill>
        <a:latin typeface="굴림" panose="020B0600000101010101" pitchFamily="50" charset="-127"/>
        <a:ea typeface="굴림" panose="020B0600000101010101" pitchFamily="50" charset="-127"/>
        <a:cs typeface="+mn-cs"/>
      </a:defRPr>
    </a:lvl7pPr>
    <a:lvl8pPr marL="3200400" algn="l" defTabSz="914400" rtl="0" eaLnBrk="1" latinLnBrk="1" hangingPunct="1">
      <a:defRPr kumimoji="1" kern="1200">
        <a:solidFill>
          <a:schemeClr val="tx1"/>
        </a:solidFill>
        <a:latin typeface="굴림" panose="020B0600000101010101" pitchFamily="50" charset="-127"/>
        <a:ea typeface="굴림" panose="020B0600000101010101" pitchFamily="50" charset="-127"/>
        <a:cs typeface="+mn-cs"/>
      </a:defRPr>
    </a:lvl8pPr>
    <a:lvl9pPr marL="3657600" algn="l" defTabSz="914400" rtl="0" eaLnBrk="1" latinLnBrk="1" hangingPunct="1">
      <a:defRPr kumimoji="1" kern="1200">
        <a:solidFill>
          <a:schemeClr val="tx1"/>
        </a:solidFill>
        <a:latin typeface="굴림" panose="020B0600000101010101" pitchFamily="50" charset="-127"/>
        <a:ea typeface="굴림" panose="020B0600000101010101" pitchFamily="50" charset="-127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3566" userDrawn="1">
          <p15:clr>
            <a:srgbClr val="A4A3A4"/>
          </p15:clr>
        </p15:guide>
        <p15:guide id="2" pos="2251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>
        <p15:guide id="1" orient="horz" pos="3110" userDrawn="1">
          <p15:clr>
            <a:srgbClr val="A4A3A4"/>
          </p15:clr>
        </p15:guide>
        <p15:guide id="2" pos="2142" userDrawn="1">
          <p15:clr>
            <a:srgbClr val="A4A3A4"/>
          </p15:clr>
        </p15:guide>
      </p15:notes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00FF"/>
    <a:srgbClr val="FF0000"/>
    <a:srgbClr val="FF3300"/>
    <a:srgbClr val="0033CC"/>
    <a:srgbClr val="3333CC"/>
    <a:srgbClr val="C80000"/>
    <a:srgbClr val="FF9900"/>
    <a:srgbClr val="33CC33"/>
    <a:srgbClr val="0F398F"/>
    <a:srgbClr val="14438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스타일 없음, 눈금 없음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3B4B98B0-60AC-42C2-AFA5-B58CD77FA1E5}" styleName="밝은 스타일 1 - 강조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073A0DAA-6AF3-43AB-8588-CEC1D06C72B9}" styleName="보통 스타일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BC89EF96-8CEA-46FF-86C4-4CE0E7609802}" styleName="밝은 스타일 3 - 강조 1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7DF18680-E054-41AD-8BC1-D1AEF772440D}" styleName="보통 스타일 2 - 강조 5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5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5"/>
          </a:solidFill>
        </a:fill>
      </a:tcStyle>
    </a:firstRow>
  </a:tblStyle>
  <a:tblStyle styleId="{93296810-A885-4BE3-A3E7-6D5BEEA58F35}" styleName="보통 스타일 2 - 강조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  <a:tblStyle styleId="{00A15C55-8517-42AA-B614-E9B94910E393}" styleName="보통 스타일 2 - 강조 4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4">
              <a:tint val="20000"/>
            </a:schemeClr>
          </a:solidFill>
        </a:fill>
      </a:tcStyle>
    </a:wholeTbl>
    <a:band1H>
      <a:tcStyle>
        <a:tcBdr/>
        <a:fill>
          <a:solidFill>
            <a:schemeClr val="accent4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4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4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4640" autoAdjust="0"/>
    <p:restoredTop sz="96804" autoAdjust="0"/>
  </p:normalViewPr>
  <p:slideViewPr>
    <p:cSldViewPr>
      <p:cViewPr varScale="1">
        <p:scale>
          <a:sx n="121" d="100"/>
          <a:sy n="121" d="100"/>
        </p:scale>
        <p:origin x="132" y="222"/>
      </p:cViewPr>
      <p:guideLst>
        <p:guide orient="horz" pos="3566"/>
        <p:guide pos="2251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3" d="2"/>
        <a:sy n="3" d="2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notesViewPr>
    <p:cSldViewPr>
      <p:cViewPr varScale="1">
        <p:scale>
          <a:sx n="79" d="100"/>
          <a:sy n="79" d="100"/>
        </p:scale>
        <p:origin x="-3348" y="-96"/>
      </p:cViewPr>
      <p:guideLst>
        <p:guide orient="horz" pos="3110"/>
        <p:guide pos="2142"/>
      </p:guideLst>
    </p:cSldViewPr>
  </p:notes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5" Type="http://schemas.openxmlformats.org/officeDocument/2006/relationships/slide" Target="slides/slide1.xml"/><Relationship Id="rId6" Type="http://schemas.openxmlformats.org/officeDocument/2006/relationships/notesMaster" Target="notesMasters/notesMaster1.xml"/><Relationship Id="rId7" Type="http://schemas.openxmlformats.org/officeDocument/2006/relationships/handoutMaster" Target="handoutMasters/handoutMaster1.xml"/><Relationship Id="rId8" Type="http://schemas.openxmlformats.org/officeDocument/2006/relationships/presProps" Target="presProps.xml"/><Relationship Id="rId9" Type="http://schemas.openxmlformats.org/officeDocument/2006/relationships/viewProps" Target="viewProps.xml"/><Relationship Id="rId10" Type="http://schemas.openxmlformats.org/officeDocument/2006/relationships/theme" Target="theme/theme1.xml"/><Relationship Id="rId11" Type="http://schemas.openxmlformats.org/officeDocument/2006/relationships/tableStyles" Target="tableStyles.xml"/></Relationships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2" y="2"/>
            <a:ext cx="2946400" cy="493634"/>
          </a:xfrm>
          <a:prstGeom prst="rect">
            <a:avLst/>
          </a:prstGeom>
        </p:spPr>
        <p:txBody>
          <a:bodyPr vert="horz" lIns="91135" tIns="45568" rIns="91135" bIns="45568" rtlCol="0"/>
          <a:lstStyle>
            <a:lvl1pPr algn="l" fontAlgn="auto">
              <a:spcBef>
                <a:spcPts val="0"/>
              </a:spcBef>
              <a:spcAft>
                <a:spcPts val="0"/>
              </a:spcAft>
              <a:defRPr kumimoji="0" sz="1200">
                <a:latin typeface="+mn-lt"/>
                <a:ea typeface="+mn-ea"/>
              </a:defRPr>
            </a:lvl1pPr>
          </a:lstStyle>
          <a:p>
            <a:pPr>
              <a:defRPr/>
            </a:pPr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sz="quarter" idx="1"/>
          </p:nvPr>
        </p:nvSpPr>
        <p:spPr>
          <a:xfrm>
            <a:off x="3849688" y="2"/>
            <a:ext cx="2946400" cy="493634"/>
          </a:xfrm>
          <a:prstGeom prst="rect">
            <a:avLst/>
          </a:prstGeom>
        </p:spPr>
        <p:txBody>
          <a:bodyPr vert="horz" lIns="91135" tIns="45568" rIns="91135" bIns="45568" rtlCol="0"/>
          <a:lstStyle>
            <a:lvl1pPr algn="r" fontAlgn="auto">
              <a:spcBef>
                <a:spcPts val="0"/>
              </a:spcBef>
              <a:spcAft>
                <a:spcPts val="0"/>
              </a:spcAft>
              <a:defRPr kumimoji="0" sz="1200">
                <a:latin typeface="+mn-lt"/>
                <a:ea typeface="+mn-ea"/>
              </a:defRPr>
            </a:lvl1pPr>
          </a:lstStyle>
          <a:p>
            <a:pPr>
              <a:defRPr/>
            </a:pPr>
            <a:fld id="{083FE285-BCD1-454B-9ABB-5ACA170B4AC4}" type="datetimeFigureOut">
              <a:rPr lang="ko-KR" altLang="en-US"/>
              <a:pPr>
                <a:defRPr/>
              </a:pPr>
              <a:t>2026. 9. 2.</a:t>
            </a:fld>
            <a:endParaRPr lang="ko-KR" altLang="en-US"/>
          </a:p>
        </p:txBody>
      </p:sp>
      <p:sp>
        <p:nvSpPr>
          <p:cNvPr id="4" name="바닥글 개체 틀 3"/>
          <p:cNvSpPr>
            <a:spLocks noGrp="1"/>
          </p:cNvSpPr>
          <p:nvPr>
            <p:ph type="ftr" sz="quarter" idx="2"/>
          </p:nvPr>
        </p:nvSpPr>
        <p:spPr>
          <a:xfrm>
            <a:off x="2" y="9377443"/>
            <a:ext cx="2946400" cy="493634"/>
          </a:xfrm>
          <a:prstGeom prst="rect">
            <a:avLst/>
          </a:prstGeom>
        </p:spPr>
        <p:txBody>
          <a:bodyPr vert="horz" lIns="91135" tIns="45568" rIns="91135" bIns="45568" rtlCol="0" anchor="b"/>
          <a:lstStyle>
            <a:lvl1pPr algn="l" fontAlgn="auto">
              <a:spcBef>
                <a:spcPts val="0"/>
              </a:spcBef>
              <a:spcAft>
                <a:spcPts val="0"/>
              </a:spcAft>
              <a:defRPr kumimoji="0" sz="1200">
                <a:latin typeface="+mn-lt"/>
                <a:ea typeface="+mn-ea"/>
              </a:defRPr>
            </a:lvl1pPr>
          </a:lstStyle>
          <a:p>
            <a:pPr>
              <a:defRPr/>
            </a:pPr>
            <a:endParaRPr lang="ko-KR" altLang="en-US"/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3"/>
          </p:nvPr>
        </p:nvSpPr>
        <p:spPr>
          <a:xfrm>
            <a:off x="3849688" y="9377443"/>
            <a:ext cx="2946400" cy="493634"/>
          </a:xfrm>
          <a:prstGeom prst="rect">
            <a:avLst/>
          </a:prstGeom>
        </p:spPr>
        <p:txBody>
          <a:bodyPr vert="horz" wrap="square" lIns="91135" tIns="45568" rIns="91135" bIns="45568" numCol="1" anchor="b" anchorCtr="0" compatLnSpc="1">
            <a:prstTxWarp prst="textNoShape">
              <a:avLst/>
            </a:prstTxWarp>
          </a:bodyPr>
          <a:lstStyle>
            <a:lvl1pPr algn="r">
              <a:defRPr kumimoji="0" sz="12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24F7B0F9-2746-47D6-B1C4-A25D92A1EC8A}" type="slidenum">
              <a:rPr lang="ko-KR" altLang="en-US"/>
              <a:pPr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141846324"/>
      </p:ext>
    </p:extLst>
  </p:cSld>
  <p:clrMap bg1="lt1" tx1="dk1" bg2="lt2" tx2="dk2" accent1="accent1" accent2="accent2" accent3="accent3" accent4="accent4" accent5="accent5" accent6="accent6" hlink="hlink" folHlink="folHlink"/>
  <p:hf hdr="0" ftr="0" dt="0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2" y="2"/>
            <a:ext cx="2946400" cy="493634"/>
          </a:xfrm>
          <a:prstGeom prst="rect">
            <a:avLst/>
          </a:prstGeom>
        </p:spPr>
        <p:txBody>
          <a:bodyPr vert="horz" lIns="91135" tIns="45568" rIns="91135" bIns="45568" rtlCol="0"/>
          <a:lstStyle>
            <a:lvl1pPr algn="l" fontAlgn="auto">
              <a:spcBef>
                <a:spcPts val="0"/>
              </a:spcBef>
              <a:spcAft>
                <a:spcPts val="0"/>
              </a:spcAft>
              <a:defRPr kumimoji="0" sz="1200">
                <a:latin typeface="+mn-lt"/>
                <a:ea typeface="+mn-ea"/>
              </a:defRPr>
            </a:lvl1pPr>
          </a:lstStyle>
          <a:p>
            <a:pPr>
              <a:defRPr/>
            </a:pPr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49688" y="2"/>
            <a:ext cx="2946400" cy="493634"/>
          </a:xfrm>
          <a:prstGeom prst="rect">
            <a:avLst/>
          </a:prstGeom>
        </p:spPr>
        <p:txBody>
          <a:bodyPr vert="horz" lIns="91135" tIns="45568" rIns="91135" bIns="45568" rtlCol="0"/>
          <a:lstStyle>
            <a:lvl1pPr algn="r" fontAlgn="auto">
              <a:spcBef>
                <a:spcPts val="0"/>
              </a:spcBef>
              <a:spcAft>
                <a:spcPts val="0"/>
              </a:spcAft>
              <a:defRPr kumimoji="0" sz="1200">
                <a:latin typeface="+mn-lt"/>
                <a:ea typeface="+mn-ea"/>
              </a:defRPr>
            </a:lvl1pPr>
          </a:lstStyle>
          <a:p>
            <a:pPr>
              <a:defRPr/>
            </a:pPr>
            <a:fld id="{3BC6DEE9-2C2A-46E0-8D0A-0B2A7434BF60}" type="datetimeFigureOut">
              <a:rPr lang="ko-KR" altLang="en-US"/>
              <a:pPr>
                <a:defRPr/>
              </a:pPr>
              <a:t>2026. 9. 2.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107950" y="739775"/>
            <a:ext cx="6581775" cy="370205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135" tIns="45568" rIns="91135" bIns="45568" rtlCol="0" anchor="ctr"/>
          <a:lstStyle/>
          <a:p>
            <a:pPr lvl="0"/>
            <a:endParaRPr lang="ko-KR" altLang="en-US" noProof="0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79452" y="4688721"/>
            <a:ext cx="5438775" cy="4444286"/>
          </a:xfrm>
          <a:prstGeom prst="rect">
            <a:avLst/>
          </a:prstGeom>
        </p:spPr>
        <p:txBody>
          <a:bodyPr vert="horz" lIns="91135" tIns="45568" rIns="91135" bIns="45568" rtlCol="0">
            <a:normAutofit/>
          </a:bodyPr>
          <a:lstStyle/>
          <a:p>
            <a:pPr lvl="0"/>
            <a:r>
              <a:rPr lang="ko-KR" altLang="en-US" noProof="0"/>
              <a:t>마스터 텍스트 스타일을 편집합니다</a:t>
            </a:r>
          </a:p>
          <a:p>
            <a:pPr lvl="1"/>
            <a:r>
              <a:rPr lang="ko-KR" altLang="en-US" noProof="0"/>
              <a:t>둘째 수준</a:t>
            </a:r>
          </a:p>
          <a:p>
            <a:pPr lvl="2"/>
            <a:r>
              <a:rPr lang="ko-KR" altLang="en-US" noProof="0"/>
              <a:t>셋째 수준</a:t>
            </a:r>
          </a:p>
          <a:p>
            <a:pPr lvl="3"/>
            <a:r>
              <a:rPr lang="ko-KR" altLang="en-US" noProof="0"/>
              <a:t>넷째 수준</a:t>
            </a:r>
          </a:p>
          <a:p>
            <a:pPr lvl="4"/>
            <a:r>
              <a:rPr lang="ko-KR" altLang="en-US" noProof="0"/>
              <a:t>다섯째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2" y="9377443"/>
            <a:ext cx="2946400" cy="493634"/>
          </a:xfrm>
          <a:prstGeom prst="rect">
            <a:avLst/>
          </a:prstGeom>
        </p:spPr>
        <p:txBody>
          <a:bodyPr vert="horz" lIns="91135" tIns="45568" rIns="91135" bIns="45568" rtlCol="0" anchor="b"/>
          <a:lstStyle>
            <a:lvl1pPr algn="l" fontAlgn="auto">
              <a:spcBef>
                <a:spcPts val="0"/>
              </a:spcBef>
              <a:spcAft>
                <a:spcPts val="0"/>
              </a:spcAft>
              <a:defRPr kumimoji="0" sz="1200">
                <a:latin typeface="+mn-lt"/>
                <a:ea typeface="+mn-ea"/>
              </a:defRPr>
            </a:lvl1pPr>
          </a:lstStyle>
          <a:p>
            <a:pPr>
              <a:defRPr/>
            </a:pPr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49688" y="9377443"/>
            <a:ext cx="2946400" cy="493634"/>
          </a:xfrm>
          <a:prstGeom prst="rect">
            <a:avLst/>
          </a:prstGeom>
        </p:spPr>
        <p:txBody>
          <a:bodyPr vert="horz" wrap="square" lIns="91135" tIns="45568" rIns="91135" bIns="45568" numCol="1" anchor="b" anchorCtr="0" compatLnSpc="1">
            <a:prstTxWarp prst="textNoShape">
              <a:avLst/>
            </a:prstTxWarp>
          </a:bodyPr>
          <a:lstStyle>
            <a:lvl1pPr algn="r">
              <a:defRPr kumimoji="0" sz="12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D6FC4998-0E65-4FC5-9425-339769C5A7D7}" type="slidenum">
              <a:rPr lang="ko-KR" altLang="en-US"/>
              <a:pPr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528567349"/>
      </p:ext>
    </p:extLst>
  </p:cSld>
  <p:clrMap bg1="lt1" tx1="dk1" bg2="lt2" tx2="dk2" accent1="accent1" accent2="accent2" accent3="accent3" accent4="accent4" accent5="accent5" accent6="accent6" hlink="hlink" folHlink="folHlink"/>
  <p:hf hdr="0" ftr="0" dt="0"/>
  <p:notesStyle>
    <a:lvl1pPr algn="l" rtl="0" eaLnBrk="0" fontAlgn="base" latinLnBrk="1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rtl="0" eaLnBrk="0" fontAlgn="base" latinLnBrk="1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rtl="0" eaLnBrk="0" fontAlgn="base" latinLnBrk="1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rtl="0" eaLnBrk="0" fontAlgn="base" latinLnBrk="1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rtl="0" eaLnBrk="0" fontAlgn="base" latinLnBrk="1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. 본문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그림 1" descr="가로모티프색.png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549276"/>
            <a:ext cx="12192000" cy="476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5" name="슬라이드 번호 개체 틀 10"/>
          <p:cNvSpPr txBox="1">
            <a:spLocks/>
          </p:cNvSpPr>
          <p:nvPr userDrawn="1"/>
        </p:nvSpPr>
        <p:spPr bwMode="auto">
          <a:xfrm>
            <a:off x="11074400" y="6453189"/>
            <a:ext cx="1117600" cy="3651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anchor="b"/>
          <a:lstStyle>
            <a:lvl1pPr eaLnBrk="0" hangingPunct="0">
              <a:defRPr kumimoji="1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1pPr>
            <a:lvl2pPr marL="742950" indent="-285750" eaLnBrk="0" hangingPunct="0">
              <a:defRPr kumimoji="1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2pPr>
            <a:lvl3pPr marL="1143000" indent="-228600" eaLnBrk="0" hangingPunct="0">
              <a:defRPr kumimoji="1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3pPr>
            <a:lvl4pPr marL="1600200" indent="-228600" eaLnBrk="0" hangingPunct="0">
              <a:defRPr kumimoji="1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4pPr>
            <a:lvl5pPr marL="2057400" indent="-228600" eaLnBrk="0" hangingPunct="0">
              <a:defRPr kumimoji="1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9pPr>
          </a:lstStyle>
          <a:p>
            <a:pPr algn="r" eaLnBrk="1" hangingPunct="1"/>
            <a:fld id="{C0C8A82A-28A5-42A4-B829-083C91997333}" type="slidenum">
              <a:rPr lang="ko-KR" altLang="en-US" sz="1200">
                <a:latin typeface="현대하모니 L" panose="02020603020101020101" pitchFamily="18" charset="-127"/>
                <a:ea typeface="현대하모니 L" panose="02020603020101020101" pitchFamily="18" charset="-127"/>
              </a:rPr>
              <a:pPr algn="r" eaLnBrk="1" hangingPunct="1"/>
              <a:t>‹#›</a:t>
            </a:fld>
            <a:endParaRPr lang="ko-KR" altLang="en-US" sz="1200">
              <a:latin typeface="현대하모니 L" panose="02020603020101020101" pitchFamily="18" charset="-127"/>
              <a:ea typeface="현대하모니 L" panose="02020603020101020101" pitchFamily="18" charset="-127"/>
            </a:endParaRPr>
          </a:p>
        </p:txBody>
      </p:sp>
      <p:sp>
        <p:nvSpPr>
          <p:cNvPr id="6" name="텍스트 개체 틀 8"/>
          <p:cNvSpPr>
            <a:spLocks noGrp="1"/>
          </p:cNvSpPr>
          <p:nvPr>
            <p:ph type="body" sz="quarter" idx="10" hasCustomPrompt="1"/>
          </p:nvPr>
        </p:nvSpPr>
        <p:spPr>
          <a:xfrm>
            <a:off x="335360" y="764704"/>
            <a:ext cx="11521280" cy="5688484"/>
          </a:xfrm>
          <a:prstGeom prst="rect">
            <a:avLst/>
          </a:prstGeom>
        </p:spPr>
        <p:txBody>
          <a:bodyPr tIns="0"/>
          <a:lstStyle>
            <a:lvl1pPr marL="285750" indent="-285750" algn="l" rtl="0" eaLnBrk="1" fontAlgn="base" latinLnBrk="1" hangingPunct="1">
              <a:lnSpc>
                <a:spcPts val="3200"/>
              </a:lnSpc>
              <a:spcBef>
                <a:spcPct val="0"/>
              </a:spcBef>
              <a:spcAft>
                <a:spcPct val="0"/>
              </a:spcAft>
              <a:buFont typeface="Wingdings" panose="05000000000000000000" pitchFamily="2" charset="2"/>
              <a:buChar char="v"/>
              <a:defRPr kumimoji="0" lang="ko-KR" altLang="en-US" sz="1700" b="1" kern="1200" spc="-30" baseline="0" dirty="0" smtClean="0">
                <a:solidFill>
                  <a:schemeClr val="tx1"/>
                </a:solidFill>
                <a:latin typeface="현대하모니 L" panose="02020603020101020101" pitchFamily="18" charset="-127"/>
                <a:ea typeface="현대하모니 L" panose="02020603020101020101" pitchFamily="18" charset="-127"/>
                <a:cs typeface="Arial" pitchFamily="34" charset="0"/>
              </a:defRPr>
            </a:lvl1pPr>
            <a:lvl2pPr marL="541338" indent="-254000">
              <a:lnSpc>
                <a:spcPts val="2160"/>
              </a:lnSpc>
              <a:buFont typeface="Wingdings" panose="05000000000000000000" pitchFamily="2" charset="2"/>
              <a:buChar char="l"/>
              <a:defRPr sz="1400" spc="-30" baseline="0">
                <a:latin typeface="현대하모니 L" panose="02020603020101020101" pitchFamily="18" charset="-127"/>
                <a:ea typeface="현대하모니 L" panose="02020603020101020101" pitchFamily="18" charset="-127"/>
              </a:defRPr>
            </a:lvl2pPr>
            <a:lvl3pPr marL="808038" indent="-268288">
              <a:lnSpc>
                <a:spcPts val="2100"/>
              </a:lnSpc>
              <a:buFont typeface="Wingdings" panose="05000000000000000000" pitchFamily="2" charset="2"/>
              <a:buChar char="Ø"/>
              <a:defRPr sz="1300" spc="-30" baseline="0">
                <a:latin typeface="현대하모니 L" panose="02020603020101020101" pitchFamily="18" charset="-127"/>
                <a:ea typeface="현대하모니 L" panose="02020603020101020101" pitchFamily="18" charset="-127"/>
              </a:defRPr>
            </a:lvl3pPr>
            <a:lvl4pPr marL="896938" indent="-134938">
              <a:buFont typeface="현대하모니 L" panose="02020603020101020101" pitchFamily="18" charset="-127"/>
              <a:buChar char="-"/>
              <a:defRPr sz="1300">
                <a:latin typeface="현대하모니 L" panose="02020603020101020101" pitchFamily="18" charset="-127"/>
                <a:ea typeface="현대하모니 L" panose="02020603020101020101" pitchFamily="18" charset="-127"/>
              </a:defRPr>
            </a:lvl4pPr>
            <a:lvl5pPr marL="1260000">
              <a:defRPr sz="1400"/>
            </a:lvl5pPr>
          </a:lstStyle>
          <a:p>
            <a:pPr lvl="0"/>
            <a:r>
              <a:rPr lang="ko-KR" altLang="en-US" dirty="0"/>
              <a:t>마스터 텍스트 스타일을 편집합니다</a:t>
            </a:r>
          </a:p>
          <a:p>
            <a:pPr lvl="1"/>
            <a:r>
              <a:rPr lang="ko-KR" altLang="en-US" dirty="0"/>
              <a:t>둘째 수준</a:t>
            </a:r>
          </a:p>
          <a:p>
            <a:pPr lvl="2"/>
            <a:r>
              <a:rPr lang="ko-KR" altLang="en-US" dirty="0"/>
              <a:t>셋째 수준</a:t>
            </a:r>
            <a:endParaRPr lang="en-US" altLang="ko-KR" dirty="0"/>
          </a:p>
          <a:p>
            <a:pPr lvl="3"/>
            <a:r>
              <a:rPr lang="ko-KR" altLang="en-US" dirty="0"/>
              <a:t> 넷째 수준</a:t>
            </a:r>
            <a:endParaRPr lang="en-US" altLang="ko-KR" dirty="0"/>
          </a:p>
          <a:p>
            <a:pPr lvl="3"/>
            <a:endParaRPr lang="en-US" altLang="ko-KR" dirty="0"/>
          </a:p>
        </p:txBody>
      </p:sp>
      <p:sp>
        <p:nvSpPr>
          <p:cNvPr id="7" name="제목 1"/>
          <p:cNvSpPr>
            <a:spLocks noGrp="1"/>
          </p:cNvSpPr>
          <p:nvPr>
            <p:ph type="title"/>
          </p:nvPr>
        </p:nvSpPr>
        <p:spPr>
          <a:xfrm>
            <a:off x="158110" y="75502"/>
            <a:ext cx="11698530" cy="486474"/>
          </a:xfrm>
          <a:prstGeom prst="rect">
            <a:avLst/>
          </a:prstGeom>
        </p:spPr>
        <p:txBody>
          <a:bodyPr/>
          <a:lstStyle>
            <a:lvl1pPr marL="0" indent="0" algn="l" rtl="0" eaLnBrk="1" fontAlgn="base" latinLnBrk="1" hangingPunct="1">
              <a:spcBef>
                <a:spcPct val="0"/>
              </a:spcBef>
              <a:spcAft>
                <a:spcPct val="0"/>
              </a:spcAft>
              <a:buFont typeface="+mj-lt"/>
              <a:buNone/>
              <a:defRPr kumimoji="0" lang="ko-KR" altLang="en-US" sz="2400" b="1" kern="1200" dirty="0">
                <a:solidFill>
                  <a:schemeClr val="tx1"/>
                </a:solidFill>
                <a:latin typeface="현대하모니 L" panose="02020603020101020101" pitchFamily="18" charset="-127"/>
                <a:ea typeface="현대하모니 L" panose="02020603020101020101" pitchFamily="18" charset="-127"/>
                <a:cs typeface="Arial" pitchFamily="34" charset="0"/>
              </a:defRPr>
            </a:lvl1pPr>
          </a:lstStyle>
          <a:p>
            <a:r>
              <a:rPr lang="ko-KR" altLang="en-US" dirty="0"/>
              <a:t>마스터 제목 스타일 편집</a:t>
            </a:r>
          </a:p>
        </p:txBody>
      </p:sp>
    </p:spTree>
    <p:extLst>
      <p:ext uri="{BB962C8B-B14F-4D97-AF65-F5344CB8AC3E}">
        <p14:creationId xmlns:p14="http://schemas.microsoft.com/office/powerpoint/2010/main" val="1550829983"/>
      </p:ext>
    </p:extLst>
  </p:cSld>
  <p:clrMapOvr>
    <a:masterClrMapping/>
  </p:clrMapOvr>
  <p:transition>
    <p:fade/>
  </p:transition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. 목차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그림 1" descr="가로모티프색.png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549276"/>
            <a:ext cx="12192000" cy="476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5" name="슬라이드 번호 개체 틀 10"/>
          <p:cNvSpPr txBox="1">
            <a:spLocks/>
          </p:cNvSpPr>
          <p:nvPr userDrawn="1"/>
        </p:nvSpPr>
        <p:spPr bwMode="auto">
          <a:xfrm>
            <a:off x="11074400" y="6453189"/>
            <a:ext cx="1117600" cy="3651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anchor="b"/>
          <a:lstStyle>
            <a:lvl1pPr eaLnBrk="0" hangingPunct="0">
              <a:defRPr kumimoji="1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1pPr>
            <a:lvl2pPr marL="742950" indent="-285750" eaLnBrk="0" hangingPunct="0">
              <a:defRPr kumimoji="1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2pPr>
            <a:lvl3pPr marL="1143000" indent="-228600" eaLnBrk="0" hangingPunct="0">
              <a:defRPr kumimoji="1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3pPr>
            <a:lvl4pPr marL="1600200" indent="-228600" eaLnBrk="0" hangingPunct="0">
              <a:defRPr kumimoji="1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4pPr>
            <a:lvl5pPr marL="2057400" indent="-228600" eaLnBrk="0" hangingPunct="0">
              <a:defRPr kumimoji="1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9pPr>
          </a:lstStyle>
          <a:p>
            <a:pPr algn="r" eaLnBrk="1" hangingPunct="1"/>
            <a:fld id="{36F77048-831F-4214-AFB5-F686D2A46E25}" type="slidenum">
              <a:rPr lang="ko-KR" altLang="en-US" sz="1200">
                <a:latin typeface="현대하모니 L" panose="02020603020101020101" pitchFamily="18" charset="-127"/>
                <a:ea typeface="현대하모니 L" panose="02020603020101020101" pitchFamily="18" charset="-127"/>
              </a:rPr>
              <a:pPr algn="r" eaLnBrk="1" hangingPunct="1"/>
              <a:t>‹#›</a:t>
            </a:fld>
            <a:endParaRPr lang="ko-KR" altLang="en-US" sz="1200">
              <a:latin typeface="현대하모니 L" panose="02020603020101020101" pitchFamily="18" charset="-127"/>
              <a:ea typeface="현대하모니 L" panose="02020603020101020101" pitchFamily="18" charset="-127"/>
            </a:endParaRPr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3082742" y="764704"/>
            <a:ext cx="7621770" cy="5871046"/>
          </a:xfrm>
          <a:prstGeom prst="rect">
            <a:avLst/>
          </a:prstGeom>
        </p:spPr>
        <p:txBody>
          <a:bodyPr/>
          <a:lstStyle>
            <a:lvl1pPr marL="180000" indent="-432000">
              <a:lnSpc>
                <a:spcPct val="200000"/>
              </a:lnSpc>
              <a:buFont typeface="+mj-lt"/>
              <a:buAutoNum type="romanUcPeriod"/>
              <a:defRPr sz="1800" b="1">
                <a:latin typeface="현대하모니 L" panose="02020603020101020101" pitchFamily="18" charset="-127"/>
                <a:ea typeface="현대하모니 L" panose="02020603020101020101" pitchFamily="18" charset="-127"/>
              </a:defRPr>
            </a:lvl1pPr>
            <a:lvl2pPr marL="432000" indent="216000">
              <a:lnSpc>
                <a:spcPts val="1850"/>
              </a:lnSpc>
              <a:buFont typeface="+mj-lt"/>
              <a:buAutoNum type="arabicPeriod"/>
              <a:defRPr sz="1300">
                <a:latin typeface="현대하모니 L" panose="02020603020101020101" pitchFamily="18" charset="-127"/>
                <a:ea typeface="현대하모니 L" panose="02020603020101020101" pitchFamily="18" charset="-127"/>
              </a:defRPr>
            </a:lvl2pPr>
            <a:lvl3pPr marL="684000" indent="216000">
              <a:lnSpc>
                <a:spcPts val="1850"/>
              </a:lnSpc>
              <a:buFont typeface="+mj-lt"/>
              <a:buAutoNum type="arabicParenR"/>
              <a:defRPr sz="1300">
                <a:latin typeface="현대하모니 L" panose="02020603020101020101" pitchFamily="18" charset="-127"/>
                <a:ea typeface="현대하모니 L" panose="02020603020101020101" pitchFamily="18" charset="-127"/>
              </a:defRPr>
            </a:lvl3pPr>
            <a:lvl5pPr marL="1828800" indent="0">
              <a:buNone/>
              <a:defRPr/>
            </a:lvl5pPr>
          </a:lstStyle>
          <a:p>
            <a:pPr lvl="0"/>
            <a:r>
              <a:rPr lang="ko-KR" altLang="en-US" dirty="0"/>
              <a:t>마스터 텍스트 스타일을 편집합니다</a:t>
            </a:r>
          </a:p>
          <a:p>
            <a:pPr lvl="1"/>
            <a:r>
              <a:rPr lang="ko-KR" altLang="en-US" dirty="0"/>
              <a:t>둘째 수준</a:t>
            </a:r>
          </a:p>
          <a:p>
            <a:pPr lvl="2"/>
            <a:r>
              <a:rPr lang="ko-KR" altLang="en-US" dirty="0"/>
              <a:t>셋째 수준</a:t>
            </a:r>
            <a:endParaRPr lang="en-US" altLang="ko-KR" dirty="0"/>
          </a:p>
          <a:p>
            <a:pPr lvl="2"/>
            <a:endParaRPr lang="en-US" altLang="ko-KR" dirty="0"/>
          </a:p>
          <a:p>
            <a:pPr lvl="2"/>
            <a:endParaRPr lang="ko-KR" altLang="en-US" dirty="0"/>
          </a:p>
        </p:txBody>
      </p:sp>
      <p:sp>
        <p:nvSpPr>
          <p:cNvPr id="11" name="제목 1"/>
          <p:cNvSpPr>
            <a:spLocks noGrp="1"/>
          </p:cNvSpPr>
          <p:nvPr>
            <p:ph type="title"/>
          </p:nvPr>
        </p:nvSpPr>
        <p:spPr>
          <a:xfrm>
            <a:off x="158110" y="12701"/>
            <a:ext cx="11698530" cy="549275"/>
          </a:xfrm>
          <a:prstGeom prst="rect">
            <a:avLst/>
          </a:prstGeom>
        </p:spPr>
        <p:txBody>
          <a:bodyPr anchor="ctr"/>
          <a:lstStyle>
            <a:lvl1pPr algn="l" rtl="0" eaLnBrk="1" fontAlgn="base" latinLnBrk="1" hangingPunct="1">
              <a:spcBef>
                <a:spcPct val="0"/>
              </a:spcBef>
              <a:spcAft>
                <a:spcPct val="0"/>
              </a:spcAft>
              <a:defRPr kumimoji="0" lang="ko-KR" altLang="en-US" sz="2400" b="1" kern="1200" dirty="0">
                <a:solidFill>
                  <a:schemeClr val="tx1"/>
                </a:solidFill>
                <a:latin typeface="현대하모니 L" panose="02020603020101020101" pitchFamily="18" charset="-127"/>
                <a:ea typeface="현대하모니 L" panose="02020603020101020101" pitchFamily="18" charset="-127"/>
                <a:cs typeface="Arial" pitchFamily="34" charset="0"/>
              </a:defRPr>
            </a:lvl1pPr>
          </a:lstStyle>
          <a:p>
            <a:r>
              <a:rPr lang="ko-KR" altLang="en-US" dirty="0"/>
              <a:t>마스터 제목 스타일 편집</a:t>
            </a:r>
          </a:p>
        </p:txBody>
      </p:sp>
    </p:spTree>
    <p:extLst>
      <p:ext uri="{BB962C8B-B14F-4D97-AF65-F5344CB8AC3E}">
        <p14:creationId xmlns:p14="http://schemas.microsoft.com/office/powerpoint/2010/main" val="3156783086"/>
      </p:ext>
    </p:extLst>
  </p:cSld>
  <p:clrMapOvr>
    <a:masterClrMapping/>
  </p:clrMapOvr>
  <p:transition>
    <p:fade/>
  </p:transition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빈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686399858"/>
      </p:ext>
    </p:extLst>
  </p:cSld>
  <p:clrMapOvr>
    <a:masterClrMapping/>
  </p:clrMapOvr>
  <p:transition>
    <p:fade/>
  </p:transition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latin typeface="현대하모니 L" panose="02020603020101020101" pitchFamily="18" charset="-127"/>
                <a:ea typeface="현대하모니 L" panose="02020603020101020101" pitchFamily="18" charset="-127"/>
                <a:cs typeface="Calibri" panose="020F0502020204030204" pitchFamily="34" charset="0"/>
              </a:defRPr>
            </a:lvl1pPr>
            <a:extLst/>
          </a:lstStyle>
          <a:p>
            <a:fld id="{809BAF6E-014A-4D9C-B942-1CBCC7133741}" type="datetimeFigureOut">
              <a:rPr lang="ko-KR" altLang="en-US" smtClean="0"/>
              <a:pPr/>
              <a:t>2026. 9. 2.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현대하모니 L" panose="02020603020101020101" pitchFamily="18" charset="-127"/>
                <a:ea typeface="현대하모니 L" panose="02020603020101020101" pitchFamily="18" charset="-127"/>
                <a:cs typeface="Calibri" panose="020F0502020204030204" pitchFamily="34" charset="0"/>
              </a:defRPr>
            </a:lvl1pPr>
            <a:extLst/>
          </a:lstStyle>
          <a:p>
            <a:endParaRPr lang="ko-KR" altLang="en-US" dirty="0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현대하모니 L" panose="02020603020101020101" pitchFamily="18" charset="-127"/>
                <a:ea typeface="현대하모니 L" panose="02020603020101020101" pitchFamily="18" charset="-127"/>
                <a:cs typeface="Calibri" panose="020F0502020204030204" pitchFamily="34" charset="0"/>
              </a:defRPr>
            </a:lvl1pPr>
            <a:extLst/>
          </a:lstStyle>
          <a:p>
            <a:fld id="{891C5C8B-181F-4726-B8DF-5AD4BF9F132B}" type="slidenum">
              <a:rPr lang="ko-KR" altLang="en-US" smtClean="0"/>
              <a:pPr/>
              <a:t>‹#›</a:t>
            </a:fld>
            <a:endParaRPr lang="ko-KR" altLang="en-US"/>
          </a:p>
        </p:txBody>
      </p:sp>
      <p:cxnSp>
        <p:nvCxnSpPr>
          <p:cNvPr id="8" name="직선 연결선 7"/>
          <p:cNvCxnSpPr/>
          <p:nvPr userDrawn="1"/>
        </p:nvCxnSpPr>
        <p:spPr>
          <a:xfrm>
            <a:off x="624423" y="1052513"/>
            <a:ext cx="10943167" cy="0"/>
          </a:xfrm>
          <a:prstGeom prst="line">
            <a:avLst/>
          </a:prstGeom>
          <a:ln w="57150" cmpd="dbl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내용 개체 틀 2"/>
          <p:cNvSpPr>
            <a:spLocks noGrp="1"/>
          </p:cNvSpPr>
          <p:nvPr>
            <p:ph idx="1"/>
          </p:nvPr>
        </p:nvSpPr>
        <p:spPr>
          <a:xfrm>
            <a:off x="609600" y="1124744"/>
            <a:ext cx="10972800" cy="5210970"/>
          </a:xfrm>
        </p:spPr>
        <p:txBody>
          <a:bodyPr>
            <a:normAutofit/>
          </a:bodyPr>
          <a:lstStyle>
            <a:lvl1pPr>
              <a:lnSpc>
                <a:spcPct val="150000"/>
              </a:lnSpc>
              <a:defRPr sz="1625">
                <a:latin typeface="현대하모니 L" panose="02020603020101020101" pitchFamily="18" charset="-127"/>
                <a:ea typeface="현대하모니 L" panose="02020603020101020101" pitchFamily="18" charset="-127"/>
                <a:cs typeface="Calibri" panose="020F0502020204030204" pitchFamily="34" charset="0"/>
              </a:defRPr>
            </a:lvl1pPr>
            <a:lvl2pPr>
              <a:lnSpc>
                <a:spcPct val="150000"/>
              </a:lnSpc>
              <a:defRPr sz="1463">
                <a:latin typeface="현대하모니 L" panose="02020603020101020101" pitchFamily="18" charset="-127"/>
                <a:ea typeface="현대하모니 L" panose="02020603020101020101" pitchFamily="18" charset="-127"/>
                <a:cs typeface="Calibri" panose="020F0502020204030204" pitchFamily="34" charset="0"/>
              </a:defRPr>
            </a:lvl2pPr>
            <a:lvl3pPr>
              <a:lnSpc>
                <a:spcPct val="150000"/>
              </a:lnSpc>
              <a:defRPr sz="1463">
                <a:latin typeface="현대하모니 L" panose="02020603020101020101" pitchFamily="18" charset="-127"/>
                <a:ea typeface="현대하모니 L" panose="02020603020101020101" pitchFamily="18" charset="-127"/>
                <a:cs typeface="Calibri" panose="020F0502020204030204" pitchFamily="34" charset="0"/>
              </a:defRPr>
            </a:lvl3pPr>
            <a:lvl4pPr>
              <a:lnSpc>
                <a:spcPct val="150000"/>
              </a:lnSpc>
              <a:defRPr sz="1300">
                <a:latin typeface="현대하모니 L" panose="02020603020101020101" pitchFamily="18" charset="-127"/>
                <a:ea typeface="현대하모니 L" panose="02020603020101020101" pitchFamily="18" charset="-127"/>
                <a:cs typeface="Calibri" panose="020F0502020204030204" pitchFamily="34" charset="0"/>
              </a:defRPr>
            </a:lvl4pPr>
            <a:lvl5pPr>
              <a:lnSpc>
                <a:spcPct val="150000"/>
              </a:lnSpc>
              <a:defRPr sz="1300">
                <a:latin typeface="현대하모니 L" panose="02020603020101020101" pitchFamily="18" charset="-127"/>
                <a:ea typeface="현대하모니 L" panose="02020603020101020101" pitchFamily="18" charset="-127"/>
                <a:cs typeface="Calibri" panose="020F0502020204030204" pitchFamily="34" charset="0"/>
              </a:defRPr>
            </a:lvl5pPr>
            <a:extLst/>
          </a:lstStyle>
          <a:p>
            <a:pPr lvl="0"/>
            <a:r>
              <a:rPr lang="ko-KR" altLang="en-US" dirty="0"/>
              <a:t>마스터 텍스트 스타일을 편집합니다</a:t>
            </a:r>
          </a:p>
          <a:p>
            <a:pPr lvl="1"/>
            <a:r>
              <a:rPr lang="ko-KR" altLang="en-US" dirty="0"/>
              <a:t>둘째 수준</a:t>
            </a:r>
          </a:p>
          <a:p>
            <a:pPr lvl="2"/>
            <a:r>
              <a:rPr lang="ko-KR" altLang="en-US" dirty="0"/>
              <a:t>셋째 수준</a:t>
            </a:r>
          </a:p>
          <a:p>
            <a:pPr lvl="3"/>
            <a:r>
              <a:rPr lang="ko-KR" altLang="en-US" dirty="0"/>
              <a:t>넷째 수준</a:t>
            </a:r>
          </a:p>
          <a:p>
            <a:pPr lvl="4"/>
            <a:r>
              <a:rPr lang="ko-KR" altLang="en-US" dirty="0"/>
              <a:t>다섯째 수준</a:t>
            </a:r>
            <a:endParaRPr lang="en-US" dirty="0"/>
          </a:p>
        </p:txBody>
      </p:sp>
      <p:sp>
        <p:nvSpPr>
          <p:cNvPr id="10" name="제목 6"/>
          <p:cNvSpPr>
            <a:spLocks noGrp="1"/>
          </p:cNvSpPr>
          <p:nvPr>
            <p:ph type="title"/>
          </p:nvPr>
        </p:nvSpPr>
        <p:spPr>
          <a:xfrm>
            <a:off x="609600" y="274638"/>
            <a:ext cx="10972800" cy="850106"/>
          </a:xfrm>
        </p:spPr>
        <p:txBody>
          <a:bodyPr rtlCol="0">
            <a:normAutofit/>
          </a:bodyPr>
          <a:lstStyle>
            <a:lvl1pPr>
              <a:defRPr sz="2275">
                <a:solidFill>
                  <a:srgbClr val="002060"/>
                </a:solidFill>
                <a:effectLst/>
                <a:latin typeface="현대하모니 L" panose="02020603020101020101" pitchFamily="18" charset="-127"/>
                <a:ea typeface="현대하모니 L" panose="02020603020101020101" pitchFamily="18" charset="-127"/>
                <a:cs typeface="Calibri" panose="020F0502020204030204" pitchFamily="34" charset="0"/>
              </a:defRPr>
            </a:lvl1pPr>
            <a:extLst/>
          </a:lstStyle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814912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7_1. 일반현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직사각형 4"/>
          <p:cNvSpPr/>
          <p:nvPr userDrawn="1"/>
        </p:nvSpPr>
        <p:spPr>
          <a:xfrm>
            <a:off x="10883449" y="76526"/>
            <a:ext cx="1150055" cy="292553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23" tIns="45711" rIns="91423" bIns="45711" rtlCol="0" anchor="ctr"/>
          <a:lstStyle>
            <a:lvl1pPr marL="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 fontAlgn="base">
              <a:spcBef>
                <a:spcPct val="0"/>
              </a:spcBef>
              <a:spcAft>
                <a:spcPct val="0"/>
              </a:spcAft>
            </a:pPr>
            <a:r>
              <a:rPr kumimoji="1" lang="ko-KR" altLang="en-US" sz="1500" b="1" dirty="0">
                <a:solidFill>
                  <a:prstClr val="black"/>
                </a:solidFill>
              </a:rPr>
              <a:t>대외비</a:t>
            </a:r>
          </a:p>
        </p:txBody>
      </p:sp>
      <p:pic>
        <p:nvPicPr>
          <p:cNvPr id="9" name="그림 6" descr="가로모티프색.png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" y="549281"/>
            <a:ext cx="12192000" cy="476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  <p:extLst>
      <p:ext uri="{BB962C8B-B14F-4D97-AF65-F5344CB8AC3E}">
        <p14:creationId xmlns:p14="http://schemas.microsoft.com/office/powerpoint/2010/main" val="2847349379"/>
      </p:ext>
    </p:extLst>
  </p:cSld>
  <p:clrMapOvr>
    <a:masterClrMapping/>
  </p:clrMapOvr>
  <p:transition>
    <p:fade/>
  </p:transition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제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프레젠테이션 제목"/>
          <p:cNvSpPr txBox="1">
            <a:spLocks noGrp="1"/>
          </p:cNvSpPr>
          <p:nvPr>
            <p:ph type="title" hasCustomPrompt="1"/>
          </p:nvPr>
        </p:nvSpPr>
        <p:spPr>
          <a:xfrm>
            <a:off x="666750" y="1544836"/>
            <a:ext cx="10858500" cy="2321719"/>
          </a:xfrm>
          <a:prstGeom prst="rect">
            <a:avLst/>
          </a:prstGeom>
        </p:spPr>
        <p:txBody>
          <a:bodyPr anchor="b"/>
          <a:lstStyle>
            <a:lvl1pPr>
              <a:lnSpc>
                <a:spcPct val="80000"/>
              </a:lnSpc>
              <a:defRPr sz="5765" spc="-58">
                <a:latin typeface="현대하모니 L" panose="02020603020101020101" pitchFamily="18" charset="-127"/>
                <a:ea typeface="현대하모니 L" panose="02020603020101020101" pitchFamily="18" charset="-127"/>
              </a:defRPr>
            </a:lvl1pPr>
          </a:lstStyle>
          <a:p>
            <a:r>
              <a:t>프레젠테이션 제목</a:t>
            </a:r>
          </a:p>
        </p:txBody>
      </p:sp>
      <p:sp>
        <p:nvSpPr>
          <p:cNvPr id="12" name="본문 첫 번째 줄…"/>
          <p:cNvSpPr txBox="1">
            <a:spLocks noGrp="1"/>
          </p:cNvSpPr>
          <p:nvPr>
            <p:ph type="body" sz="quarter" idx="1" hasCustomPrompt="1"/>
          </p:nvPr>
        </p:nvSpPr>
        <p:spPr>
          <a:xfrm>
            <a:off x="666750" y="3750469"/>
            <a:ext cx="10858500" cy="1023417"/>
          </a:xfrm>
          <a:prstGeom prst="rect">
            <a:avLst/>
          </a:prstGeom>
        </p:spPr>
        <p:txBody>
          <a:bodyPr/>
          <a:lstStyle>
            <a:lvl1pPr marL="0" indent="0" algn="ctr" defTabSz="410751">
              <a:lnSpc>
                <a:spcPct val="100000"/>
              </a:lnSpc>
              <a:spcBef>
                <a:spcPts val="0"/>
              </a:spcBef>
              <a:buSzTx/>
              <a:buNone/>
              <a:defRPr sz="2672" b="1" spc="-27">
                <a:latin typeface="현대하모니 L" panose="02020603020101020101" pitchFamily="18" charset="-127"/>
                <a:ea typeface="현대하모니 L" panose="02020603020101020101" pitchFamily="18" charset="-127"/>
                <a:cs typeface="현대하모니 L" panose="02020603020101020101" pitchFamily="18" charset="-127"/>
                <a:sym typeface="AvenirNext-DemiBold"/>
              </a:defRPr>
            </a:lvl1pPr>
            <a:lvl2pPr marL="0" indent="321457" algn="ctr" defTabSz="410751">
              <a:lnSpc>
                <a:spcPct val="100000"/>
              </a:lnSpc>
              <a:spcBef>
                <a:spcPts val="0"/>
              </a:spcBef>
              <a:buSzTx/>
              <a:buNone/>
              <a:defRPr sz="2672" b="1" spc="-27">
                <a:latin typeface="현대하모니 L" panose="02020603020101020101" pitchFamily="18" charset="-127"/>
                <a:ea typeface="현대하모니 L" panose="02020603020101020101" pitchFamily="18" charset="-127"/>
                <a:cs typeface="현대하모니 L" panose="02020603020101020101" pitchFamily="18" charset="-127"/>
                <a:sym typeface="AvenirNext-DemiBold"/>
              </a:defRPr>
            </a:lvl2pPr>
            <a:lvl3pPr marL="0" indent="642915" algn="ctr" defTabSz="410751">
              <a:lnSpc>
                <a:spcPct val="100000"/>
              </a:lnSpc>
              <a:spcBef>
                <a:spcPts val="0"/>
              </a:spcBef>
              <a:buSzTx/>
              <a:buNone/>
              <a:defRPr sz="2672" b="1" spc="-27">
                <a:latin typeface="현대하모니 L" panose="02020603020101020101" pitchFamily="18" charset="-127"/>
                <a:ea typeface="현대하모니 L" panose="02020603020101020101" pitchFamily="18" charset="-127"/>
                <a:cs typeface="현대하모니 L" panose="02020603020101020101" pitchFamily="18" charset="-127"/>
                <a:sym typeface="AvenirNext-DemiBold"/>
              </a:defRPr>
            </a:lvl3pPr>
            <a:lvl4pPr marL="0" indent="964372" algn="ctr" defTabSz="410751">
              <a:lnSpc>
                <a:spcPct val="100000"/>
              </a:lnSpc>
              <a:spcBef>
                <a:spcPts val="0"/>
              </a:spcBef>
              <a:buSzTx/>
              <a:buNone/>
              <a:defRPr sz="2672" b="1" spc="-27">
                <a:latin typeface="현대하모니 L" panose="02020603020101020101" pitchFamily="18" charset="-127"/>
                <a:ea typeface="현대하모니 L" panose="02020603020101020101" pitchFamily="18" charset="-127"/>
                <a:cs typeface="현대하모니 L" panose="02020603020101020101" pitchFamily="18" charset="-127"/>
                <a:sym typeface="AvenirNext-DemiBold"/>
              </a:defRPr>
            </a:lvl4pPr>
            <a:lvl5pPr marL="0" indent="1285829" algn="ctr" defTabSz="410751">
              <a:lnSpc>
                <a:spcPct val="100000"/>
              </a:lnSpc>
              <a:spcBef>
                <a:spcPts val="0"/>
              </a:spcBef>
              <a:buSzTx/>
              <a:buNone/>
              <a:defRPr sz="2672" b="1" spc="-27">
                <a:latin typeface="현대하모니 L" panose="02020603020101020101" pitchFamily="18" charset="-127"/>
                <a:ea typeface="현대하모니 L" panose="02020603020101020101" pitchFamily="18" charset="-127"/>
                <a:cs typeface="현대하모니 L" panose="02020603020101020101" pitchFamily="18" charset="-127"/>
                <a:sym typeface="AvenirNext-DemiBold"/>
              </a:defRPr>
            </a:lvl5pPr>
          </a:lstStyle>
          <a:p>
            <a:r>
              <a:t>프레젠테이션 부제</a:t>
            </a:r>
          </a:p>
          <a:p>
            <a:pPr lvl="1"/>
            <a:endParaRPr/>
          </a:p>
          <a:p>
            <a:pPr lvl="2"/>
            <a:endParaRPr/>
          </a:p>
          <a:p>
            <a:pPr lvl="3"/>
            <a:endParaRPr/>
          </a:p>
          <a:p>
            <a:pPr lvl="4"/>
            <a:endParaRPr/>
          </a:p>
        </p:txBody>
      </p:sp>
      <p:sp>
        <p:nvSpPr>
          <p:cNvPr id="13" name="저자 및 날짜"/>
          <p:cNvSpPr txBox="1">
            <a:spLocks noGrp="1"/>
          </p:cNvSpPr>
          <p:nvPr>
            <p:ph type="body" sz="quarter" idx="21" hasCustomPrompt="1"/>
          </p:nvPr>
        </p:nvSpPr>
        <p:spPr>
          <a:xfrm>
            <a:off x="666750" y="5913856"/>
            <a:ext cx="10858500" cy="301824"/>
          </a:xfrm>
          <a:prstGeom prst="rect">
            <a:avLst/>
          </a:prstGeom>
        </p:spPr>
        <p:txBody>
          <a:bodyPr/>
          <a:lstStyle>
            <a:lvl1pPr marL="0" indent="0" algn="ctr" defTabSz="400353">
              <a:lnSpc>
                <a:spcPct val="100000"/>
              </a:lnSpc>
              <a:spcBef>
                <a:spcPts val="0"/>
              </a:spcBef>
              <a:buSzTx/>
              <a:buNone/>
              <a:defRPr sz="1364" spc="-13">
                <a:latin typeface="현대하모니 L" panose="02020603020101020101" pitchFamily="18" charset="-127"/>
                <a:ea typeface="현대하모니 L" panose="02020603020101020101" pitchFamily="18" charset="-127"/>
                <a:cs typeface="현대하모니 L" panose="02020603020101020101" pitchFamily="18" charset="-127"/>
                <a:sym typeface="Avenir Next Medium"/>
              </a:defRPr>
            </a:lvl1pPr>
          </a:lstStyle>
          <a:p>
            <a:r>
              <a:t>저자 및 날짜</a:t>
            </a:r>
          </a:p>
        </p:txBody>
      </p:sp>
      <p:sp>
        <p:nvSpPr>
          <p:cNvPr id="14" name="슬라이드 번호"/>
          <p:cNvSpPr txBox="1">
            <a:spLocks noGrp="1"/>
          </p:cNvSpPr>
          <p:nvPr>
            <p:ph type="sldNum" sz="quarter" idx="2"/>
          </p:nvPr>
        </p:nvSpPr>
        <p:spPr>
          <a:xfrm>
            <a:off x="5965974" y="6418819"/>
            <a:ext cx="261482" cy="223619"/>
          </a:xfrm>
          <a:prstGeom prst="rect">
            <a:avLst/>
          </a:prstGeom>
        </p:spPr>
        <p:txBody>
          <a:bodyPr/>
          <a:lstStyle>
            <a:lvl1pPr>
              <a:defRPr>
                <a:latin typeface="현대하모니 L" panose="02020603020101020101" pitchFamily="18" charset="-127"/>
                <a:ea typeface="현대하모니 L" panose="02020603020101020101" pitchFamily="18" charset="-127"/>
              </a:defRPr>
            </a:lvl1pPr>
          </a:lstStyle>
          <a:p>
            <a:fld id="{86CB4B4D-7CA3-9044-876B-883B54F8677D}" type="slidenum">
              <a:rPr lang="en-US" altLang="ko-KR" smtClean="0"/>
              <a:pPr/>
              <a:t>‹#›</a:t>
            </a:fld>
            <a:endParaRPr lang="en-US" altLang="ko-KR"/>
          </a:p>
        </p:txBody>
      </p:sp>
    </p:spTree>
    <p:extLst>
      <p:ext uri="{BB962C8B-B14F-4D97-AF65-F5344CB8AC3E}">
        <p14:creationId xmlns:p14="http://schemas.microsoft.com/office/powerpoint/2010/main" val="4271218197"/>
      </p:ext>
    </p:extLst>
  </p:cSld>
  <p:clrMapOvr>
    <a:masterClrMapping/>
  </p:clrMapOvr>
  <p:transition spd="med"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3. 본문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그림 1" descr="가로모티프색.png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549276"/>
            <a:ext cx="12192000" cy="476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5" name="슬라이드 번호 개체 틀 10"/>
          <p:cNvSpPr txBox="1">
            <a:spLocks/>
          </p:cNvSpPr>
          <p:nvPr userDrawn="1"/>
        </p:nvSpPr>
        <p:spPr bwMode="auto">
          <a:xfrm>
            <a:off x="11074400" y="6453189"/>
            <a:ext cx="1117600" cy="3651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anchor="b"/>
          <a:lstStyle>
            <a:lvl1pPr eaLnBrk="0" hangingPunct="0">
              <a:defRPr kumimoji="1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1pPr>
            <a:lvl2pPr marL="742950" indent="-285750" eaLnBrk="0" hangingPunct="0">
              <a:defRPr kumimoji="1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2pPr>
            <a:lvl3pPr marL="1143000" indent="-228600" eaLnBrk="0" hangingPunct="0">
              <a:defRPr kumimoji="1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3pPr>
            <a:lvl4pPr marL="1600200" indent="-228600" eaLnBrk="0" hangingPunct="0">
              <a:defRPr kumimoji="1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4pPr>
            <a:lvl5pPr marL="2057400" indent="-228600" eaLnBrk="0" hangingPunct="0">
              <a:defRPr kumimoji="1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9pPr>
          </a:lstStyle>
          <a:p>
            <a:pPr algn="r" eaLnBrk="1" hangingPunct="1"/>
            <a:fld id="{C0C8A82A-28A5-42A4-B829-083C91997333}" type="slidenum">
              <a:rPr lang="ko-KR" altLang="en-US" sz="1200">
                <a:latin typeface="현대하모니 L" panose="02020603020101020101" pitchFamily="18" charset="-127"/>
                <a:ea typeface="현대하모니 L" panose="02020603020101020101" pitchFamily="18" charset="-127"/>
              </a:rPr>
              <a:pPr algn="r" eaLnBrk="1" hangingPunct="1"/>
              <a:t>‹#›</a:t>
            </a:fld>
            <a:endParaRPr lang="ko-KR" altLang="en-US" sz="1200">
              <a:latin typeface="현대하모니 L" panose="02020603020101020101" pitchFamily="18" charset="-127"/>
              <a:ea typeface="현대하모니 L" panose="02020603020101020101" pitchFamily="18" charset="-127"/>
            </a:endParaRPr>
          </a:p>
        </p:txBody>
      </p:sp>
      <p:sp>
        <p:nvSpPr>
          <p:cNvPr id="6" name="텍스트 개체 틀 8"/>
          <p:cNvSpPr>
            <a:spLocks noGrp="1"/>
          </p:cNvSpPr>
          <p:nvPr>
            <p:ph type="body" sz="quarter" idx="10" hasCustomPrompt="1"/>
          </p:nvPr>
        </p:nvSpPr>
        <p:spPr>
          <a:xfrm>
            <a:off x="335360" y="764704"/>
            <a:ext cx="11521280" cy="5688484"/>
          </a:xfrm>
          <a:prstGeom prst="rect">
            <a:avLst/>
          </a:prstGeom>
        </p:spPr>
        <p:txBody>
          <a:bodyPr tIns="0"/>
          <a:lstStyle>
            <a:lvl1pPr marL="285736" indent="-285736" algn="l" rtl="0" eaLnBrk="1" fontAlgn="base" latinLnBrk="1" hangingPunct="1">
              <a:lnSpc>
                <a:spcPts val="3200"/>
              </a:lnSpc>
              <a:spcBef>
                <a:spcPct val="0"/>
              </a:spcBef>
              <a:spcAft>
                <a:spcPct val="0"/>
              </a:spcAft>
              <a:buSzPct val="100000"/>
              <a:buFont typeface="Wingdings" panose="05000000000000000000" pitchFamily="2" charset="2"/>
              <a:buChar char="v"/>
              <a:defRPr kumimoji="0" lang="ko-KR" altLang="en-US" sz="1700" b="1" kern="1200" spc="-30" baseline="0" dirty="0" smtClean="0">
                <a:solidFill>
                  <a:schemeClr val="tx1"/>
                </a:solidFill>
                <a:latin typeface="현대하모니 L" panose="02020603020101020101" pitchFamily="18" charset="-127"/>
                <a:ea typeface="현대하모니 L" panose="02020603020101020101" pitchFamily="18" charset="-127"/>
                <a:cs typeface="Arial" pitchFamily="34" charset="0"/>
              </a:defRPr>
            </a:lvl1pPr>
            <a:lvl2pPr marL="541310" indent="-253987">
              <a:lnSpc>
                <a:spcPts val="2160"/>
              </a:lnSpc>
              <a:buSzPct val="100000"/>
              <a:buFont typeface="Wingdings" panose="05000000000000000000" pitchFamily="2" charset="2"/>
              <a:buChar char="l"/>
              <a:defRPr sz="1400" spc="-30" baseline="0">
                <a:latin typeface="현대하모니 L" panose="02020603020101020101" pitchFamily="18" charset="-127"/>
                <a:ea typeface="현대하모니 L" panose="02020603020101020101" pitchFamily="18" charset="-127"/>
              </a:defRPr>
            </a:lvl2pPr>
            <a:lvl3pPr marL="807997" indent="-268274">
              <a:lnSpc>
                <a:spcPts val="2100"/>
              </a:lnSpc>
              <a:buSzPct val="100000"/>
              <a:buFont typeface="Wingdings" panose="05000000000000000000" pitchFamily="2" charset="2"/>
              <a:buChar char="Ø"/>
              <a:defRPr sz="1300" spc="-30" baseline="0">
                <a:latin typeface="현대하모니 L" panose="02020603020101020101" pitchFamily="18" charset="-127"/>
                <a:ea typeface="현대하모니 L" panose="02020603020101020101" pitchFamily="18" charset="-127"/>
              </a:defRPr>
            </a:lvl3pPr>
            <a:lvl4pPr marL="896892" indent="-134931">
              <a:buSzPct val="100000"/>
              <a:buFont typeface="현대하모니 L" panose="02020603020101020101" pitchFamily="18" charset="-127"/>
              <a:buChar char="-"/>
              <a:defRPr sz="1300">
                <a:latin typeface="현대하모니 L" panose="02020603020101020101" pitchFamily="18" charset="-127"/>
                <a:ea typeface="현대하모니 L" panose="02020603020101020101" pitchFamily="18" charset="-127"/>
              </a:defRPr>
            </a:lvl4pPr>
            <a:lvl5pPr marL="1259936">
              <a:defRPr sz="1400"/>
            </a:lvl5pPr>
          </a:lstStyle>
          <a:p>
            <a:pPr lvl="0"/>
            <a:r>
              <a:rPr lang="ko-KR" altLang="en-US" dirty="0"/>
              <a:t>마스터 텍스트 스타일을 편집합니다</a:t>
            </a:r>
          </a:p>
          <a:p>
            <a:pPr lvl="1"/>
            <a:r>
              <a:rPr lang="ko-KR" altLang="en-US" dirty="0"/>
              <a:t>둘째 수준</a:t>
            </a:r>
          </a:p>
          <a:p>
            <a:pPr lvl="2"/>
            <a:r>
              <a:rPr lang="ko-KR" altLang="en-US" dirty="0"/>
              <a:t>셋째 수준</a:t>
            </a:r>
            <a:endParaRPr lang="en-US" altLang="ko-KR" dirty="0"/>
          </a:p>
          <a:p>
            <a:pPr lvl="3"/>
            <a:r>
              <a:rPr lang="ko-KR" altLang="en-US" dirty="0"/>
              <a:t> 넷째 수준</a:t>
            </a:r>
            <a:endParaRPr lang="en-US" altLang="ko-KR" dirty="0"/>
          </a:p>
          <a:p>
            <a:pPr lvl="3"/>
            <a:endParaRPr lang="en-US" altLang="ko-KR" dirty="0"/>
          </a:p>
        </p:txBody>
      </p:sp>
      <p:sp>
        <p:nvSpPr>
          <p:cNvPr id="7" name="제목 1"/>
          <p:cNvSpPr>
            <a:spLocks noGrp="1"/>
          </p:cNvSpPr>
          <p:nvPr>
            <p:ph type="title"/>
          </p:nvPr>
        </p:nvSpPr>
        <p:spPr>
          <a:xfrm>
            <a:off x="158110" y="75502"/>
            <a:ext cx="11698530" cy="486474"/>
          </a:xfrm>
          <a:prstGeom prst="rect">
            <a:avLst/>
          </a:prstGeom>
        </p:spPr>
        <p:txBody>
          <a:bodyPr anchor="ctr"/>
          <a:lstStyle>
            <a:lvl1pPr marL="0" indent="0" algn="l" rtl="0" eaLnBrk="1" fontAlgn="base" latinLnBrk="1" hangingPunct="1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+mj-lt"/>
              <a:buNone/>
              <a:defRPr kumimoji="0" lang="ko-KR" altLang="en-US" sz="2400" b="1" kern="1200" dirty="0">
                <a:solidFill>
                  <a:schemeClr val="tx1"/>
                </a:solidFill>
                <a:latin typeface="현대하모니 L" panose="02020603020101020101" pitchFamily="18" charset="-127"/>
                <a:ea typeface="현대하모니 L" panose="02020603020101020101" pitchFamily="18" charset="-127"/>
                <a:cs typeface="Arial" pitchFamily="34" charset="0"/>
              </a:defRPr>
            </a:lvl1pPr>
          </a:lstStyle>
          <a:p>
            <a:r>
              <a:rPr lang="ko-KR" altLang="en-US" dirty="0"/>
              <a:t>마스터 제목 스타일 편집</a:t>
            </a:r>
          </a:p>
        </p:txBody>
      </p:sp>
    </p:spTree>
    <p:extLst>
      <p:ext uri="{BB962C8B-B14F-4D97-AF65-F5344CB8AC3E}">
        <p14:creationId xmlns:p14="http://schemas.microsoft.com/office/powerpoint/2010/main" val="4188691860"/>
      </p:ext>
    </p:extLst>
  </p:cSld>
  <p:clrMapOvr>
    <a:masterClrMapping/>
  </p:clrMapOvr>
  <p:transition>
    <p:fade/>
  </p:transition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2_3. 본문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텍스트 개체 틀 8"/>
          <p:cNvSpPr>
            <a:spLocks noGrp="1"/>
          </p:cNvSpPr>
          <p:nvPr>
            <p:ph type="body" sz="quarter" idx="10"/>
          </p:nvPr>
        </p:nvSpPr>
        <p:spPr>
          <a:xfrm>
            <a:off x="335360" y="764704"/>
            <a:ext cx="11521280" cy="5688484"/>
          </a:xfrm>
          <a:prstGeom prst="rect">
            <a:avLst/>
          </a:prstGeom>
        </p:spPr>
        <p:txBody>
          <a:bodyPr tIns="0"/>
          <a:lstStyle>
            <a:lvl1pPr marL="251987" indent="-251987" algn="l" rtl="0" eaLnBrk="1" fontAlgn="base" latinLnBrk="1" hangingPunct="1">
              <a:lnSpc>
                <a:spcPts val="3200"/>
              </a:lnSpc>
              <a:spcBef>
                <a:spcPct val="0"/>
              </a:spcBef>
              <a:spcAft>
                <a:spcPct val="0"/>
              </a:spcAft>
              <a:buFont typeface="+mj-lt"/>
              <a:buAutoNum type="arabicPeriod"/>
              <a:defRPr kumimoji="0" lang="ko-KR" altLang="en-US" sz="1700" b="1" kern="1200" spc="-30" baseline="0" dirty="0" smtClean="0">
                <a:solidFill>
                  <a:schemeClr val="tx1"/>
                </a:solidFill>
                <a:latin typeface="현대하모니 L" panose="02020603020101020101" pitchFamily="18" charset="-127"/>
                <a:ea typeface="현대하모니 L" panose="02020603020101020101" pitchFamily="18" charset="-127"/>
                <a:cs typeface="Arial" pitchFamily="34" charset="0"/>
              </a:defRPr>
            </a:lvl1pPr>
            <a:lvl2pPr marL="539972" indent="-251987">
              <a:lnSpc>
                <a:spcPts val="2160"/>
              </a:lnSpc>
              <a:buFont typeface="+mj-lt"/>
              <a:buAutoNum type="arabicParenR"/>
              <a:defRPr sz="1400" spc="-30" baseline="0">
                <a:latin typeface="현대하모니 L" panose="02020603020101020101" pitchFamily="18" charset="-127"/>
                <a:ea typeface="현대하모니 L" panose="02020603020101020101" pitchFamily="18" charset="-127"/>
              </a:defRPr>
            </a:lvl2pPr>
            <a:lvl3pPr marL="683965" indent="-143993">
              <a:lnSpc>
                <a:spcPts val="2100"/>
              </a:lnSpc>
              <a:buFont typeface="맑은 고딕" panose="020B0503020000020004" pitchFamily="50" charset="-127"/>
              <a:buChar char="–"/>
              <a:defRPr sz="1300" spc="-30" baseline="0">
                <a:latin typeface="현대하모니 L" panose="02020603020101020101" pitchFamily="18" charset="-127"/>
                <a:ea typeface="현대하모니 L" panose="02020603020101020101" pitchFamily="18" charset="-127"/>
              </a:defRPr>
            </a:lvl3pPr>
            <a:lvl4pPr marL="1079945">
              <a:defRPr sz="1400"/>
            </a:lvl4pPr>
            <a:lvl5pPr marL="1259936">
              <a:defRPr sz="1400"/>
            </a:lvl5pPr>
          </a:lstStyle>
          <a:p>
            <a:pPr lvl="0"/>
            <a:r>
              <a:rPr lang="ko-KR" altLang="en-US" dirty="0"/>
              <a:t>마스터 텍스트 스타일을 편집합니다</a:t>
            </a:r>
          </a:p>
          <a:p>
            <a:pPr lvl="1"/>
            <a:r>
              <a:rPr lang="ko-KR" altLang="en-US" dirty="0"/>
              <a:t>둘째 수준</a:t>
            </a:r>
          </a:p>
          <a:p>
            <a:pPr lvl="2"/>
            <a:r>
              <a:rPr lang="ko-KR" altLang="en-US" dirty="0"/>
              <a:t>셋째 수준</a:t>
            </a:r>
            <a:endParaRPr lang="en-US" altLang="ko-KR" dirty="0"/>
          </a:p>
        </p:txBody>
      </p:sp>
    </p:spTree>
    <p:extLst>
      <p:ext uri="{BB962C8B-B14F-4D97-AF65-F5344CB8AC3E}">
        <p14:creationId xmlns:p14="http://schemas.microsoft.com/office/powerpoint/2010/main" val="1952688408"/>
      </p:ext>
    </p:extLst>
  </p:cSld>
  <p:clrMapOvr>
    <a:masterClrMapping/>
  </p:clrMapOvr>
  <p:transition>
    <p:fade/>
  </p:transition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4580" r:id="rId1"/>
    <p:sldLayoutId id="2147484581" r:id="rId2"/>
    <p:sldLayoutId id="2147484578" r:id="rId3"/>
    <p:sldLayoutId id="2147484582" r:id="rId4"/>
    <p:sldLayoutId id="2147484583" r:id="rId5"/>
    <p:sldLayoutId id="2147484584" r:id="rId6"/>
    <p:sldLayoutId id="2147484585" r:id="rId7"/>
    <p:sldLayoutId id="2147484586" r:id="rId8"/>
  </p:sldLayoutIdLst>
  <p:transition>
    <p:fade/>
  </p:transition>
  <p:hf hdr="0" ftr="0" dt="0"/>
  <p:txStyles>
    <p:titleStyle>
      <a:lvl1pPr algn="ctr" rtl="0" eaLnBrk="0" fontAlgn="base" latinLnBrk="1" hangingPunct="0">
        <a:spcBef>
          <a:spcPct val="0"/>
        </a:spcBef>
        <a:spcAft>
          <a:spcPct val="0"/>
        </a:spcAft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  <a:lvl2pPr algn="ctr" rtl="0" eaLnBrk="0" fontAlgn="base" latinLnBrk="1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맑은 고딕" pitchFamily="50" charset="-127"/>
          <a:ea typeface="맑은 고딕" pitchFamily="50" charset="-127"/>
        </a:defRPr>
      </a:lvl2pPr>
      <a:lvl3pPr algn="ctr" rtl="0" eaLnBrk="0" fontAlgn="base" latinLnBrk="1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맑은 고딕" pitchFamily="50" charset="-127"/>
          <a:ea typeface="맑은 고딕" pitchFamily="50" charset="-127"/>
        </a:defRPr>
      </a:lvl3pPr>
      <a:lvl4pPr algn="ctr" rtl="0" eaLnBrk="0" fontAlgn="base" latinLnBrk="1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맑은 고딕" pitchFamily="50" charset="-127"/>
          <a:ea typeface="맑은 고딕" pitchFamily="50" charset="-127"/>
        </a:defRPr>
      </a:lvl4pPr>
      <a:lvl5pPr algn="ctr" rtl="0" eaLnBrk="0" fontAlgn="base" latinLnBrk="1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맑은 고딕" pitchFamily="50" charset="-127"/>
          <a:ea typeface="맑은 고딕" pitchFamily="50" charset="-127"/>
        </a:defRPr>
      </a:lvl5pPr>
      <a:lvl6pPr marL="457200" algn="ctr" rtl="0" fontAlgn="base" latinLnBrk="1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맑은 고딕" pitchFamily="50" charset="-127"/>
          <a:ea typeface="맑은 고딕" pitchFamily="50" charset="-127"/>
        </a:defRPr>
      </a:lvl6pPr>
      <a:lvl7pPr marL="914400" algn="ctr" rtl="0" fontAlgn="base" latinLnBrk="1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맑은 고딕" pitchFamily="50" charset="-127"/>
          <a:ea typeface="맑은 고딕" pitchFamily="50" charset="-127"/>
        </a:defRPr>
      </a:lvl7pPr>
      <a:lvl8pPr marL="1371600" algn="ctr" rtl="0" fontAlgn="base" latinLnBrk="1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맑은 고딕" pitchFamily="50" charset="-127"/>
          <a:ea typeface="맑은 고딕" pitchFamily="50" charset="-127"/>
        </a:defRPr>
      </a:lvl8pPr>
      <a:lvl9pPr marL="1828800" algn="ctr" rtl="0" fontAlgn="base" latinLnBrk="1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맑은 고딕" pitchFamily="50" charset="-127"/>
          <a:ea typeface="맑은 고딕" pitchFamily="50" charset="-127"/>
        </a:defRPr>
      </a:lvl9pPr>
    </p:titleStyle>
    <p:bodyStyle>
      <a:lvl1pPr marL="342900" indent="-342900" algn="l" rtl="0" eaLnBrk="0" fontAlgn="base" latinLnBrk="1" hangingPunct="0">
        <a:spcBef>
          <a:spcPct val="20000"/>
        </a:spcBef>
        <a:spcAft>
          <a:spcPct val="0"/>
        </a:spcAft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rtl="0" eaLnBrk="0" fontAlgn="base" latinLnBrk="1" hangingPunct="0">
        <a:spcBef>
          <a:spcPct val="20000"/>
        </a:spcBef>
        <a:spcAft>
          <a:spcPct val="0"/>
        </a:spcAft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rtl="0" eaLnBrk="0" fontAlgn="base" latinLnBrk="1" hangingPunct="0">
        <a:spcBef>
          <a:spcPct val="20000"/>
        </a:spcBef>
        <a:spcAft>
          <a:spcPct val="0"/>
        </a:spcAft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rtl="0" eaLnBrk="0" fontAlgn="base" latinLnBrk="1" hangingPunct="0">
        <a:spcBef>
          <a:spcPct val="20000"/>
        </a:spcBef>
        <a:spcAft>
          <a:spcPct val="0"/>
        </a:spcAft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rtl="0" eaLnBrk="0" fontAlgn="base" latinLnBrk="1" hangingPunct="0">
        <a:spcBef>
          <a:spcPct val="20000"/>
        </a:spcBef>
        <a:spcAft>
          <a:spcPct val="0"/>
        </a:spcAft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t>개발 일정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Introduction</a:t>
            </a:r>
          </a:p>
        </p:txBody>
      </p:sp>
      <p:sp>
        <p:nvSpPr>
          <p:cNvPr id="100" name="공정 셰브런 1"/>
          <p:cNvSpPr/>
          <p:nvPr/>
        </p:nvSpPr>
        <p:spPr>
          <a:xfrm>
            <a:off x="895812" y="1135490"/>
            <a:ext cx="1800582" cy="1194067"/>
          </a:xfrm>
          <a:prstGeom prst="homePlate">
            <a:avLst/>
          </a:prstGeom>
          <a:gradFill flip="none" rotWithShape="1">
            <a:gsLst>
              <a:gs pos="0">
                <a:srgbClr val="7D58AA"/>
              </a:gs>
              <a:gs pos="12000">
                <a:srgbClr val="825AB0"/>
              </a:gs>
              <a:gs pos="100000">
                <a:srgbClr val="583D78"/>
              </a:gs>
            </a:gsLst>
            <a:lin ang="5400000" scaled="0"/>
          </a:gradFill>
          <a:ln w="9525">
            <a:solidFill>
              <a:srgbClr val="583D78"/>
            </a:solidFill>
          </a:ln>
        </p:spPr>
        <p:txBody>
          <a:bodyPr lIns="179162" tIns="45720" rIns="0" bIns="45720" anchor="ctr"/>
          <a:lstStyle/>
          <a:p>
            <a:pPr algn="ctr">
              <a:lnSpc>
                <a:spcPct val="105000"/>
              </a:lnSpc>
              <a:buNone/>
            </a:pPr>
            <a:r>
              <a:rPr lang="ko-KR" altLang="en-US" sz="1700" b="1" dirty="0">
                <a:solidFill>
                  <a:srgbClr val="FFFFFF"/>
                </a:solidFill>
                <a:latin typeface="현대하모니 L" panose="02020603020101020101" pitchFamily="18" charset="-127"/>
                <a:ea typeface="현대하모니 L" panose="02020603020101020101" pitchFamily="18" charset="-127"/>
                <a:cs typeface="Arial" pitchFamily="34" charset="0"/>
              </a:rPr>
              <a:t>KOM &amp;</a:t>
            </a:r>
            <a:br>
              <a:rPr lang="ko-KR"/>
            </a:br>
            <a:r>
              <a:rPr lang="ko-KR" altLang="en-US" sz="1700" b="1" dirty="0">
                <a:solidFill>
                  <a:srgbClr val="FFFFFF"/>
                </a:solidFill>
                <a:latin typeface="현대하모니 L" panose="02020603020101020101" pitchFamily="18" charset="-127"/>
                <a:ea typeface="현대하모니 L" panose="02020603020101020101" pitchFamily="18" charset="-127"/>
                <a:cs typeface="Arial" pitchFamily="34" charset="0"/>
              </a:rPr>
              <a:t>방향성 검토</a:t>
            </a:r>
          </a:p>
        </p:txBody>
      </p:sp>
      <p:sp>
        <p:nvSpPr>
          <p:cNvPr id="101" name="공정 셰브런 2"/>
          <p:cNvSpPr/>
          <p:nvPr/>
        </p:nvSpPr>
        <p:spPr>
          <a:xfrm>
            <a:off x="2105158" y="1135490"/>
            <a:ext cx="2839724" cy="1194067"/>
          </a:xfrm>
          <a:prstGeom prst="chevron">
            <a:avLst/>
          </a:prstGeom>
          <a:gradFill flip="none" rotWithShape="1">
            <a:gsLst>
              <a:gs pos="0">
                <a:srgbClr val="5D4EB5"/>
              </a:gs>
              <a:gs pos="12000">
                <a:srgbClr val="6353BB"/>
              </a:gs>
              <a:gs pos="100000">
                <a:srgbClr val="413781"/>
              </a:gs>
            </a:gsLst>
            <a:lin ang="5400000" scaled="0"/>
          </a:gradFill>
          <a:ln w="9525">
            <a:solidFill>
              <a:srgbClr val="413781"/>
            </a:solidFill>
          </a:ln>
        </p:spPr>
        <p:txBody>
          <a:bodyPr lIns="0" tIns="45720" rIns="0" bIns="45720" anchor="ctr"/>
          <a:lstStyle/>
          <a:p>
            <a:pPr algn="ctr">
              <a:lnSpc>
                <a:spcPct val="105000"/>
              </a:lnSpc>
              <a:buNone/>
            </a:pPr>
            <a:r>
              <a:rPr lang="ko-KR" altLang="en-US" sz="1700" b="1" dirty="0">
                <a:solidFill>
                  <a:srgbClr val="FFFFFF"/>
                </a:solidFill>
                <a:latin typeface="현대하모니 L" panose="02020603020101020101" pitchFamily="18" charset="-127"/>
                <a:ea typeface="현대하모니 L" panose="02020603020101020101" pitchFamily="18" charset="-127"/>
                <a:cs typeface="Arial" pitchFamily="34" charset="0"/>
              </a:rPr>
              <a:t>L&amp;L System</a:t>
            </a:r>
            <a:br>
              <a:rPr lang="ko-KR"/>
            </a:br>
            <a:r>
              <a:rPr lang="ko-KR" altLang="en-US" sz="1700" b="1" dirty="0">
                <a:solidFill>
                  <a:srgbClr val="FFFFFF"/>
                </a:solidFill>
                <a:latin typeface="현대하모니 L" panose="02020603020101020101" pitchFamily="18" charset="-127"/>
                <a:ea typeface="현대하모니 L" panose="02020603020101020101" pitchFamily="18" charset="-127"/>
                <a:cs typeface="Arial" pitchFamily="34" charset="0"/>
              </a:rPr>
              <a:t>Mgmt</a:t>
            </a:r>
          </a:p>
        </p:txBody>
      </p:sp>
      <p:sp>
        <p:nvSpPr>
          <p:cNvPr id="102" name="공정 셰브런 3"/>
          <p:cNvSpPr/>
          <p:nvPr/>
        </p:nvSpPr>
        <p:spPr>
          <a:xfrm>
            <a:off x="4353646" y="1135490"/>
            <a:ext cx="2830766" cy="1194067"/>
          </a:xfrm>
          <a:prstGeom prst="chevron">
            <a:avLst/>
          </a:prstGeom>
          <a:gradFill flip="none" rotWithShape="1">
            <a:gsLst>
              <a:gs pos="0">
                <a:srgbClr val="465AC0"/>
              </a:gs>
              <a:gs pos="12000">
                <a:srgbClr val="4B60C6"/>
              </a:gs>
              <a:gs pos="100000">
                <a:srgbClr val="313F88"/>
              </a:gs>
            </a:gsLst>
            <a:lin ang="5400000" scaled="0"/>
          </a:gradFill>
          <a:ln w="9525">
            <a:solidFill>
              <a:srgbClr val="313F88"/>
            </a:solidFill>
          </a:ln>
        </p:spPr>
        <p:txBody>
          <a:bodyPr lIns="0" tIns="45720" rIns="0" bIns="45720" anchor="ctr"/>
          <a:lstStyle/>
          <a:p>
            <a:pPr algn="ctr">
              <a:lnSpc>
                <a:spcPct val="105000"/>
              </a:lnSpc>
              <a:buNone/>
            </a:pPr>
            <a:r>
              <a:rPr lang="ko-KR" altLang="en-US" sz="1700" b="1" dirty="0">
                <a:solidFill>
                  <a:srgbClr val="FFFFFF"/>
                </a:solidFill>
                <a:latin typeface="현대하모니 L" panose="02020603020101020101" pitchFamily="18" charset="-127"/>
                <a:ea typeface="현대하모니 L" panose="02020603020101020101" pitchFamily="18" charset="-127"/>
                <a:cs typeface="Arial" pitchFamily="34" charset="0"/>
              </a:rPr>
              <a:t>Trend Mgmt</a:t>
            </a:r>
          </a:p>
        </p:txBody>
      </p:sp>
      <p:sp>
        <p:nvSpPr>
          <p:cNvPr id="103" name="공정 셰브런 4"/>
          <p:cNvSpPr/>
          <p:nvPr/>
        </p:nvSpPr>
        <p:spPr>
          <a:xfrm>
            <a:off x="6593176" y="1135490"/>
            <a:ext cx="2839724" cy="1194067"/>
          </a:xfrm>
          <a:prstGeom prst="chevron">
            <a:avLst/>
          </a:prstGeom>
          <a:gradFill flip="none" rotWithShape="1">
            <a:gsLst>
              <a:gs pos="0">
                <a:srgbClr val="3D82CD"/>
              </a:gs>
              <a:gs pos="12000">
                <a:srgbClr val="4287D2"/>
              </a:gs>
              <a:gs pos="100000">
                <a:srgbClr val="2B5B91"/>
              </a:gs>
            </a:gsLst>
            <a:lin ang="5400000" scaled="0"/>
          </a:gradFill>
          <a:ln w="9525">
            <a:solidFill>
              <a:srgbClr val="2B5B91"/>
            </a:solidFill>
          </a:ln>
        </p:spPr>
        <p:txBody>
          <a:bodyPr lIns="0" tIns="45720" rIns="0" bIns="45720" anchor="ctr"/>
          <a:lstStyle/>
          <a:p>
            <a:pPr algn="ctr">
              <a:lnSpc>
                <a:spcPct val="105000"/>
              </a:lnSpc>
              <a:buNone/>
            </a:pPr>
            <a:r>
              <a:rPr lang="ko-KR" altLang="en-US" sz="1700" b="1" dirty="0">
                <a:solidFill>
                  <a:srgbClr val="FFFFFF"/>
                </a:solidFill>
                <a:latin typeface="현대하모니 L" panose="02020603020101020101" pitchFamily="18" charset="-127"/>
                <a:ea typeface="현대하모니 L" panose="02020603020101020101" pitchFamily="18" charset="-127"/>
                <a:cs typeface="Arial" pitchFamily="34" charset="0"/>
              </a:rPr>
              <a:t>Risk Mgmt</a:t>
            </a:r>
          </a:p>
        </p:txBody>
      </p:sp>
      <p:sp>
        <p:nvSpPr>
          <p:cNvPr id="104" name="공정 셰브런 5"/>
          <p:cNvSpPr/>
          <p:nvPr/>
        </p:nvSpPr>
        <p:spPr>
          <a:xfrm>
            <a:off x="8841663" y="1135490"/>
            <a:ext cx="2454525" cy="1194067"/>
          </a:xfrm>
          <a:prstGeom prst="chevron">
            <a:avLst/>
          </a:prstGeom>
          <a:gradFill flip="none" rotWithShape="1">
            <a:gsLst>
              <a:gs pos="0">
                <a:srgbClr val="35B5D8"/>
              </a:gs>
              <a:gs pos="12000">
                <a:srgbClr val="39BBDD"/>
              </a:gs>
              <a:gs pos="100000">
                <a:srgbClr val="258198"/>
              </a:gs>
            </a:gsLst>
            <a:lin ang="5400000" scaled="0"/>
          </a:gradFill>
          <a:ln w="9525">
            <a:solidFill>
              <a:srgbClr val="258198"/>
            </a:solidFill>
          </a:ln>
        </p:spPr>
        <p:txBody>
          <a:bodyPr lIns="0" tIns="45720" rIns="0" bIns="45720" anchor="ctr"/>
          <a:lstStyle/>
          <a:p>
            <a:pPr algn="ctr">
              <a:lnSpc>
                <a:spcPct val="105000"/>
              </a:lnSpc>
              <a:buNone/>
            </a:pPr>
            <a:r>
              <a:rPr lang="ko-KR" altLang="en-US" sz="1700" b="1" dirty="0">
                <a:solidFill>
                  <a:srgbClr val="FFFFFF"/>
                </a:solidFill>
                <a:latin typeface="현대하모니 L" panose="02020603020101020101" pitchFamily="18" charset="-127"/>
                <a:ea typeface="현대하모니 L" panose="02020603020101020101" pitchFamily="18" charset="-127"/>
                <a:cs typeface="Arial" pitchFamily="34" charset="0"/>
              </a:rPr>
              <a:t>시스템 개발</a:t>
            </a:r>
            <a:br>
              <a:rPr lang="ko-KR"/>
            </a:br>
            <a:r>
              <a:rPr lang="ko-KR" altLang="en-US" sz="1700" b="1" dirty="0">
                <a:solidFill>
                  <a:srgbClr val="FFFFFF"/>
                </a:solidFill>
                <a:latin typeface="현대하모니 L" panose="02020603020101020101" pitchFamily="18" charset="-127"/>
                <a:ea typeface="현대하모니 L" panose="02020603020101020101" pitchFamily="18" charset="-127"/>
                <a:cs typeface="Arial" pitchFamily="34" charset="0"/>
              </a:rPr>
              <a:t>Wrap-up</a:t>
            </a:r>
          </a:p>
        </p:txBody>
      </p:sp>
      <p:sp>
        <p:nvSpPr>
          <p:cNvPr id="200" name="단계별 세부내용"/>
          <p:cNvSpPr txBox="1"/>
          <p:nvPr/>
        </p:nvSpPr>
        <p:spPr>
          <a:xfrm>
            <a:off x="335360" y="2420000"/>
            <a:ext cx="11521280" cy="4033188"/>
          </a:xfrm>
          <a:prstGeom prst="rect">
            <a:avLst/>
          </a:prstGeom>
          <a:noFill/>
        </p:spPr>
        <p:txBody>
          <a:bodyPr wrap="square" lIns="91440" tIns="0" rIns="91440" bIns="0">
            <a:normAutofit/>
          </a:bodyPr>
          <a:lstStyle/>
          <a:p>
            <a:pPr marL="541338" indent="-254000">
              <a:lnSpc>
                <a:spcPts val="2160"/>
              </a:lnSpc>
              <a:spcBef>
                <a:spcPts val="0"/>
              </a:spcBef>
              <a:buFont typeface="Wingdings" panose="05000000000000000000" pitchFamily="2" charset="2"/>
              <a:buChar char="l"/>
            </a:pPr>
            <a:r>
              <a:rPr lang="ko-KR" altLang="en-US" sz="1400" b="1" spc="-30" dirty="0">
                <a:solidFill>
                  <a:schemeClr val="tx1"/>
                </a:solidFill>
                <a:latin typeface="현대하모니 L" panose="02020603020101020101" pitchFamily="18" charset="-127"/>
                <a:ea typeface="현대하모니 L" panose="02020603020101020101" pitchFamily="18" charset="-127"/>
                <a:cs typeface="Arial" pitchFamily="34" charset="0"/>
              </a:rPr>
              <a:t>1단계 (~3월 중순) : KOM &amp; 방향성 검토</a:t>
            </a:r>
          </a:p>
          <a:p>
            <a:pPr marL="896938" indent="-134938">
              <a:lnSpc>
                <a:spcPts val="1750"/>
              </a:lnSpc>
              <a:spcBef>
                <a:spcPts val="200"/>
              </a:spcBef>
              <a:buFont typeface="현대하모니 L" panose="02020603020101020101" pitchFamily="18" charset="-127"/>
              <a:buChar char="-"/>
            </a:pPr>
            <a:r>
              <a:rPr lang="ko-KR" altLang="en-US" sz="1300" spc="-30" dirty="0">
                <a:solidFill>
                  <a:schemeClr val="tx1"/>
                </a:solidFill>
                <a:latin typeface="현대하모니 L" panose="02020603020101020101" pitchFamily="18" charset="-127"/>
                <a:ea typeface="현대하모니 L" panose="02020603020101020101" pitchFamily="18" charset="-127"/>
                <a:cs typeface="Arial" pitchFamily="34" charset="0"/>
              </a:rPr>
              <a:t>TFT 결성, 현업 사용 시스템 및 Stage/공종별 업무 파악</a:t>
            </a:r>
          </a:p>
          <a:p>
            <a:pPr marL="896938" indent="-134938">
              <a:lnSpc>
                <a:spcPts val="1750"/>
              </a:lnSpc>
              <a:spcBef>
                <a:spcPts val="200"/>
              </a:spcBef>
              <a:buFont typeface="현대하모니 L" panose="02020603020101020101" pitchFamily="18" charset="-127"/>
              <a:buChar char="-"/>
            </a:pPr>
            <a:r>
              <a:rPr lang="ko-KR" altLang="en-US" sz="1300" spc="-30" dirty="0">
                <a:solidFill>
                  <a:schemeClr val="tx1"/>
                </a:solidFill>
                <a:latin typeface="현대하모니 L" panose="02020603020101020101" pitchFamily="18" charset="-127"/>
                <a:ea typeface="현대하모니 L" panose="02020603020101020101" pitchFamily="18" charset="-127"/>
                <a:cs typeface="Arial" pitchFamily="34" charset="0"/>
              </a:rPr>
              <a:t>개발 방향성 : 현업이 실제 쓰고 있는 체계를 중심으로 개발하고, 여기에 리스크 관리 관점을 접목</a:t>
            </a:r>
          </a:p>
          <a:p>
            <a:pPr marL="896938" indent="-134938">
              <a:lnSpc>
                <a:spcPts val="1750"/>
              </a:lnSpc>
              <a:spcBef>
                <a:spcPts val="200"/>
              </a:spcBef>
              <a:buFont typeface="현대하모니 L" panose="02020603020101020101" pitchFamily="18" charset="-127"/>
              <a:buChar char="-"/>
            </a:pPr>
            <a:r>
              <a:rPr lang="ko-KR" altLang="en-US" sz="1300" spc="-30" dirty="0">
                <a:solidFill>
                  <a:schemeClr val="tx1"/>
                </a:solidFill>
                <a:latin typeface="현대하모니 L" panose="02020603020101020101" pitchFamily="18" charset="-127"/>
                <a:ea typeface="현대하모니 L" panose="02020603020101020101" pitchFamily="18" charset="-127"/>
                <a:cs typeface="Arial" pitchFamily="34" charset="0"/>
              </a:rPr>
              <a:t>L&amp;L(착수 전 사례 검토)과 Trend Mgmt(입찰 대비 변경사항 기록·관리) 2개 시스템 필요성 도출</a:t>
            </a:r>
          </a:p>
          <a:p>
            <a:pPr marL="541338" indent="-254000">
              <a:lnSpc>
                <a:spcPts val="2160"/>
              </a:lnSpc>
              <a:spcBef>
                <a:spcPts val="600"/>
              </a:spcBef>
              <a:buFont typeface="Wingdings" panose="05000000000000000000" pitchFamily="2" charset="2"/>
              <a:buChar char="l"/>
            </a:pPr>
            <a:r>
              <a:rPr lang="ko-KR" altLang="en-US" sz="1400" b="1" spc="-30" dirty="0">
                <a:solidFill>
                  <a:schemeClr val="tx1"/>
                </a:solidFill>
                <a:latin typeface="현대하모니 L" panose="02020603020101020101" pitchFamily="18" charset="-127"/>
                <a:ea typeface="현대하모니 L" panose="02020603020101020101" pitchFamily="18" charset="-127"/>
                <a:cs typeface="Arial" pitchFamily="34" charset="0"/>
              </a:rPr>
              <a:t>2단계 (3월 중순 ~ 4월 중순) : L&amp;L System Mgmt</a:t>
            </a:r>
          </a:p>
          <a:p>
            <a:pPr marL="896938" indent="-134938">
              <a:lnSpc>
                <a:spcPts val="1750"/>
              </a:lnSpc>
              <a:spcBef>
                <a:spcPts val="200"/>
              </a:spcBef>
              <a:buFont typeface="현대하모니 L" panose="02020603020101020101" pitchFamily="18" charset="-127"/>
              <a:buChar char="-"/>
            </a:pPr>
            <a:r>
              <a:rPr lang="ko-KR" altLang="en-US" sz="1300" spc="-30" dirty="0">
                <a:solidFill>
                  <a:schemeClr val="tx1"/>
                </a:solidFill>
                <a:latin typeface="현대하모니 L" panose="02020603020101020101" pitchFamily="18" charset="-127"/>
                <a:ea typeface="현대하모니 L" panose="02020603020101020101" pitchFamily="18" charset="-127"/>
                <a:cs typeface="Arial" pitchFamily="34" charset="0"/>
              </a:rPr>
              <a:t>기존 HMAP 관리시스템을 기반으로 사례를 축적·활용하는 L&amp;L 운영 시스템 개발</a:t>
            </a:r>
          </a:p>
          <a:p>
            <a:pPr marL="896938" indent="-134938">
              <a:lnSpc>
                <a:spcPts val="1750"/>
              </a:lnSpc>
              <a:spcBef>
                <a:spcPts val="200"/>
              </a:spcBef>
              <a:buFont typeface="현대하모니 L" panose="02020603020101020101" pitchFamily="18" charset="-127"/>
              <a:buChar char="-"/>
            </a:pPr>
            <a:r>
              <a:rPr lang="ko-KR" altLang="en-US" sz="1300" spc="-30" dirty="0">
                <a:solidFill>
                  <a:schemeClr val="tx1"/>
                </a:solidFill>
                <a:latin typeface="현대하모니 L" panose="02020603020101020101" pitchFamily="18" charset="-127"/>
                <a:ea typeface="현대하모니 L" panose="02020603020101020101" pitchFamily="18" charset="-127"/>
                <a:cs typeface="Arial" pitchFamily="34" charset="0"/>
              </a:rPr>
              <a:t>즉시 반영이 어렵거나 장기·중요 사안은 Trend Mgmt로 이관하여 관리하는 체계 구축</a:t>
            </a:r>
          </a:p>
          <a:p>
            <a:pPr marL="541338" indent="-254000">
              <a:lnSpc>
                <a:spcPts val="2160"/>
              </a:lnSpc>
              <a:spcBef>
                <a:spcPts val="600"/>
              </a:spcBef>
              <a:buFont typeface="Wingdings" panose="05000000000000000000" pitchFamily="2" charset="2"/>
              <a:buChar char="l"/>
            </a:pPr>
            <a:r>
              <a:rPr lang="ko-KR" altLang="en-US" sz="1400" b="1" spc="-30" dirty="0">
                <a:solidFill>
                  <a:schemeClr val="tx1"/>
                </a:solidFill>
                <a:latin typeface="현대하모니 L" panose="02020603020101020101" pitchFamily="18" charset="-127"/>
                <a:ea typeface="현대하모니 L" panose="02020603020101020101" pitchFamily="18" charset="-127"/>
                <a:cs typeface="Arial" pitchFamily="34" charset="0"/>
              </a:rPr>
              <a:t>3단계 (4월 중순 ~ 5월 중순) : Trend Mgmt</a:t>
            </a:r>
          </a:p>
          <a:p>
            <a:pPr marL="896938" indent="-134938">
              <a:lnSpc>
                <a:spcPts val="1750"/>
              </a:lnSpc>
              <a:spcBef>
                <a:spcPts val="200"/>
              </a:spcBef>
              <a:buFont typeface="현대하모니 L" panose="02020603020101020101" pitchFamily="18" charset="-127"/>
              <a:buChar char="-"/>
            </a:pPr>
            <a:r>
              <a:rPr lang="ko-KR" altLang="en-US" sz="1300" spc="-30" dirty="0">
                <a:solidFill>
                  <a:schemeClr val="tx1"/>
                </a:solidFill>
                <a:latin typeface="현대하모니 L" panose="02020603020101020101" pitchFamily="18" charset="-127"/>
                <a:ea typeface="현대하모니 L" panose="02020603020101020101" pitchFamily="18" charset="-127"/>
                <a:cs typeface="Arial" pitchFamily="34" charset="0"/>
              </a:rPr>
              <a:t>운영 중인 SAT4 · CSSP 자료를 연계하여 Trend Management 시스템 개발</a:t>
            </a:r>
          </a:p>
          <a:p>
            <a:pPr marL="896938" indent="-134938">
              <a:lnSpc>
                <a:spcPts val="1750"/>
              </a:lnSpc>
              <a:spcBef>
                <a:spcPts val="200"/>
              </a:spcBef>
              <a:buFont typeface="현대하모니 L" panose="02020603020101020101" pitchFamily="18" charset="-127"/>
              <a:buChar char="-"/>
            </a:pPr>
            <a:r>
              <a:rPr lang="ko-KR" altLang="en-US" sz="1300" spc="-30" dirty="0">
                <a:solidFill>
                  <a:schemeClr val="tx1"/>
                </a:solidFill>
                <a:latin typeface="현대하모니 L" panose="02020603020101020101" pitchFamily="18" charset="-127"/>
                <a:ea typeface="현대하모니 L" panose="02020603020101020101" pitchFamily="18" charset="-127"/>
                <a:cs typeface="Arial" pitchFamily="34" charset="0"/>
              </a:rPr>
              <a:t>Log → Master → Trend 3단계 분류 체계 적용 (Log 최하위, Trend 최상위)</a:t>
            </a:r>
          </a:p>
          <a:p>
            <a:pPr marL="541338" indent="-254000">
              <a:lnSpc>
                <a:spcPts val="2160"/>
              </a:lnSpc>
              <a:spcBef>
                <a:spcPts val="600"/>
              </a:spcBef>
              <a:buFont typeface="Wingdings" panose="05000000000000000000" pitchFamily="2" charset="2"/>
              <a:buChar char="l"/>
            </a:pPr>
            <a:r>
              <a:rPr lang="ko-KR" altLang="en-US" sz="1400" b="1" spc="-30" dirty="0">
                <a:solidFill>
                  <a:schemeClr val="tx1"/>
                </a:solidFill>
                <a:latin typeface="현대하모니 L" panose="02020603020101020101" pitchFamily="18" charset="-127"/>
                <a:ea typeface="현대하모니 L" panose="02020603020101020101" pitchFamily="18" charset="-127"/>
                <a:cs typeface="Arial" pitchFamily="34" charset="0"/>
              </a:rPr>
              <a:t>4단계 (5월 중순 ~ 6월, 9월) : Risk Mgmt</a:t>
            </a:r>
          </a:p>
          <a:p>
            <a:pPr marL="896938" indent="-134938">
              <a:lnSpc>
                <a:spcPts val="1750"/>
              </a:lnSpc>
              <a:spcBef>
                <a:spcPts val="200"/>
              </a:spcBef>
              <a:buFont typeface="현대하모니 L" panose="02020603020101020101" pitchFamily="18" charset="-127"/>
              <a:buChar char="-"/>
            </a:pPr>
            <a:r>
              <a:rPr lang="ko-KR" altLang="en-US" sz="1300" spc="-30" dirty="0">
                <a:solidFill>
                  <a:schemeClr val="tx1"/>
                </a:solidFill>
                <a:latin typeface="현대하모니 L" panose="02020603020101020101" pitchFamily="18" charset="-127"/>
                <a:ea typeface="현대하모니 L" panose="02020603020101020101" pitchFamily="18" charset="-127"/>
                <a:cs typeface="Arial" pitchFamily="34" charset="0"/>
              </a:rPr>
              <a:t>L&amp;L 및 Trend Management 시스템에 리스크(Risk) 관리 개념 도입</a:t>
            </a:r>
          </a:p>
          <a:p>
            <a:pPr marL="541338" indent="-254000">
              <a:lnSpc>
                <a:spcPts val="2160"/>
              </a:lnSpc>
              <a:spcBef>
                <a:spcPts val="600"/>
              </a:spcBef>
              <a:buFont typeface="Wingdings" panose="05000000000000000000" pitchFamily="2" charset="2"/>
              <a:buChar char="l"/>
            </a:pPr>
            <a:r>
              <a:rPr lang="ko-KR" altLang="en-US" sz="1400" b="1" spc="-30" dirty="0">
                <a:solidFill>
                  <a:schemeClr val="tx1"/>
                </a:solidFill>
                <a:latin typeface="현대하모니 L" panose="02020603020101020101" pitchFamily="18" charset="-127"/>
                <a:ea typeface="현대하모니 L" panose="02020603020101020101" pitchFamily="18" charset="-127"/>
                <a:cs typeface="Arial" pitchFamily="34" charset="0"/>
              </a:rPr>
              <a:t>5단계 (10월 ~ 12월) : 시스템 개발 Wrap-up</a:t>
            </a:r>
          </a:p>
          <a:p>
            <a:pPr marL="896938" indent="-134938">
              <a:lnSpc>
                <a:spcPts val="1750"/>
              </a:lnSpc>
              <a:spcBef>
                <a:spcPts val="200"/>
              </a:spcBef>
              <a:buFont typeface="현대하모니 L" panose="02020603020101020101" pitchFamily="18" charset="-127"/>
              <a:buChar char="-"/>
            </a:pPr>
            <a:r>
              <a:rPr lang="ko-KR" altLang="en-US" sz="1300" spc="-30" dirty="0">
                <a:solidFill>
                  <a:schemeClr val="tx1"/>
                </a:solidFill>
                <a:latin typeface="현대하모니 L" panose="02020603020101020101" pitchFamily="18" charset="-127"/>
                <a:ea typeface="현대하모니 L" panose="02020603020101020101" pitchFamily="18" charset="-127"/>
                <a:cs typeface="Arial" pitchFamily="34" charset="0"/>
              </a:rPr>
              <a:t>보안 · 로그인 · 결제 시스템을 추가하여 런칭 예정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디자인 사용자 지정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noFill/>
        <a:ln>
          <a:solidFill>
            <a:srgbClr val="FF0000"/>
          </a:solidFill>
        </a:ln>
      </a:spPr>
      <a:bodyPr rtlCol="0" anchor="ctr"/>
      <a:lstStyle>
        <a:defPPr algn="ctr">
          <a:defRPr dirty="0" smtClean="0">
            <a:solidFill>
              <a:srgbClr val="FF0000"/>
            </a:solidFill>
            <a:latin typeface="현대하모니 L" panose="02020603020101020101" pitchFamily="18" charset="-127"/>
            <a:ea typeface="현대하모니 L" panose="02020603020101020101" pitchFamily="18" charset="-127"/>
          </a:defRPr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</a:objectDefaults>
  <a:extraClrSchemeLst/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29547</TotalTime>
  <Words>2743</Words>
  <Application>Microsoft Office PowerPoint</Application>
  <PresentationFormat>와이드스크린</PresentationFormat>
  <Paragraphs>1022</Paragraphs>
  <Slides>4</Slides>
  <Notes>2</Notes>
  <HiddenSlides>1</HiddenSlides>
  <MMClips>0</MMClips>
  <ScaleCrop>false</ScaleCrop>
  <HeadingPairs>
    <vt:vector size="4" baseType="variant">
      <vt:variant>
        <vt:lpstr>테마</vt:lpstr>
      </vt:variant>
      <vt:variant>
        <vt:i4>1</vt:i4>
      </vt:variant>
      <vt:variant>
        <vt:lpstr>슬라이드 제목</vt:lpstr>
      </vt:variant>
      <vt:variant>
        <vt:i4>4</vt:i4>
      </vt:variant>
    </vt:vector>
  </HeadingPairs>
  <TitlesOfParts>
    <vt:vector size="5" baseType="lpstr">
      <vt:lpstr>디자인 사용자 지정</vt:lpstr>
      <vt:lpstr>PowerPoint 프레젠테이션</vt:lpstr>
      <vt:lpstr>목  차 </vt:lpstr>
      <vt:lpstr>슬라이드제목</vt:lpstr>
      <vt:lpstr>PowerPoint 프레젠테이션</vt:lpstr>
    </vt:vector>
  </TitlesOfParts>
  <Company>HDEC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슬라이드 1</dc:title>
  <dc:creator>김혜윤(KIM HAE YUN)</dc:creator>
  <cp:lastModifiedBy>kihun song</cp:lastModifiedBy>
  <cp:revision>1463</cp:revision>
  <cp:lastPrinted>2022-05-11T23:15:41Z</cp:lastPrinted>
  <dcterms:created xsi:type="dcterms:W3CDTF">2011-02-08T05:54:54Z</dcterms:created>
  <dcterms:modified xsi:type="dcterms:W3CDTF">2026-09-02T01:01:49Z</dcterms:modified>
</cp:coreProperties>
</file>