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6"/>
  </p:notesMasterIdLst>
  <p:handoutMasterIdLst>
    <p:handoutMasterId r:id="rId7"/>
  </p:handoutMasterIdLst>
  <p:sldIdLst>
    <p:sldId id="675" r:id="rId2"/>
    <p:sldId id="673" r:id="rId3"/>
    <p:sldId id="1032" r:id="rId4"/>
    <p:sldId id="678" r:id="rId5"/>
  </p:sldIdLst>
  <p:sldSz cx="12192000" cy="6858000"/>
  <p:notesSz cx="6797675" cy="987266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66" userDrawn="1">
          <p15:clr>
            <a:srgbClr val="A4A3A4"/>
          </p15:clr>
        </p15:guide>
        <p15:guide id="2" pos="22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3300"/>
    <a:srgbClr val="0033CC"/>
    <a:srgbClr val="3333CC"/>
    <a:srgbClr val="C80000"/>
    <a:srgbClr val="FF9900"/>
    <a:srgbClr val="33CC33"/>
    <a:srgbClr val="0F398F"/>
    <a:srgbClr val="144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40" autoAdjust="0"/>
    <p:restoredTop sz="96804" autoAdjust="0"/>
  </p:normalViewPr>
  <p:slideViewPr>
    <p:cSldViewPr>
      <p:cViewPr varScale="1">
        <p:scale>
          <a:sx n="121" d="100"/>
          <a:sy n="121" d="100"/>
        </p:scale>
        <p:origin x="132" y="222"/>
      </p:cViewPr>
      <p:guideLst>
        <p:guide orient="horz" pos="3566"/>
        <p:guide pos="22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348" y="-96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83FE285-BCD1-454B-9ABB-5ACA170B4AC4}" type="datetimeFigureOut">
              <a:rPr lang="ko-KR" altLang="en-US"/>
              <a:pPr>
                <a:defRPr/>
              </a:pPr>
              <a:t>2026. 9. 2.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377443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377443"/>
            <a:ext cx="2946400" cy="493634"/>
          </a:xfrm>
          <a:prstGeom prst="rect">
            <a:avLst/>
          </a:prstGeom>
        </p:spPr>
        <p:txBody>
          <a:bodyPr vert="horz" wrap="square" lIns="91135" tIns="45568" rIns="91135" bIns="45568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4F7B0F9-2746-47D6-B1C4-A25D92A1EC8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84632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2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BC6DEE9-2C2A-46E0-8D0A-0B2A7434BF60}" type="datetimeFigureOut">
              <a:rPr lang="ko-KR" altLang="en-US"/>
              <a:pPr>
                <a:defRPr/>
              </a:pPr>
              <a:t>2026. 9. 2.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" y="739775"/>
            <a:ext cx="6581775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35" tIns="45568" rIns="91135" bIns="45568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2" y="4688721"/>
            <a:ext cx="5438775" cy="4444286"/>
          </a:xfrm>
          <a:prstGeom prst="rect">
            <a:avLst/>
          </a:prstGeom>
        </p:spPr>
        <p:txBody>
          <a:bodyPr vert="horz" lIns="91135" tIns="45568" rIns="91135" bIns="45568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7443"/>
            <a:ext cx="2946400" cy="493634"/>
          </a:xfrm>
          <a:prstGeom prst="rect">
            <a:avLst/>
          </a:prstGeom>
        </p:spPr>
        <p:txBody>
          <a:bodyPr vert="horz" lIns="91135" tIns="45568" rIns="91135" bIns="4556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7443"/>
            <a:ext cx="2946400" cy="493634"/>
          </a:xfrm>
          <a:prstGeom prst="rect">
            <a:avLst/>
          </a:prstGeom>
        </p:spPr>
        <p:txBody>
          <a:bodyPr vert="horz" wrap="square" lIns="91135" tIns="45568" rIns="91135" bIns="45568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6FC4998-0E65-4FC5-9425-339769C5A7D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5673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5468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732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본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6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10"/>
          <p:cNvSpPr txBox="1">
            <a:spLocks/>
          </p:cNvSpPr>
          <p:nvPr userDrawn="1"/>
        </p:nvSpPr>
        <p:spPr bwMode="auto">
          <a:xfrm>
            <a:off x="11074400" y="6453189"/>
            <a:ext cx="1117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C0C8A82A-28A5-42A4-B829-083C91997333}" type="slidenum"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 eaLnBrk="1" hangingPunct="1"/>
              <a:t>‹#›</a:t>
            </a:fld>
            <a:endParaRPr lang="ko-KR" altLang="en-US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6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335360" y="764704"/>
            <a:ext cx="11521280" cy="5688484"/>
          </a:xfrm>
          <a:prstGeom prst="rect">
            <a:avLst/>
          </a:prstGeom>
        </p:spPr>
        <p:txBody>
          <a:bodyPr tIns="0"/>
          <a:lstStyle>
            <a:lvl1pPr marL="285750" indent="-285750" algn="l" rtl="0" eaLnBrk="1" fontAlgn="base" latinLnBrk="1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  <a:defRPr kumimoji="0" lang="ko-KR" altLang="en-US" sz="1700" b="1" kern="1200" spc="-30" baseline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  <a:lvl2pPr marL="541338" indent="-254000">
              <a:lnSpc>
                <a:spcPts val="2160"/>
              </a:lnSpc>
              <a:buFont typeface="Wingdings" panose="05000000000000000000" pitchFamily="2" charset="2"/>
              <a:buChar char="l"/>
              <a:defRPr sz="14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808038" indent="-268288">
              <a:lnSpc>
                <a:spcPts val="2100"/>
              </a:lnSpc>
              <a:buFont typeface="Wingdings" panose="05000000000000000000" pitchFamily="2" charset="2"/>
              <a:buChar char="Ø"/>
              <a:defRPr sz="13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896938" indent="-134938">
              <a:buFont typeface="현대하모니 L" panose="02020603020101020101" pitchFamily="18" charset="-127"/>
              <a:buChar char="-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4pPr>
            <a:lvl5pPr marL="1260000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 넷째 수준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158110" y="75502"/>
            <a:ext cx="11698530" cy="486474"/>
          </a:xfrm>
          <a:prstGeom prst="rect">
            <a:avLst/>
          </a:prstGeom>
        </p:spPr>
        <p:txBody>
          <a:bodyPr/>
          <a:lstStyle>
            <a:lvl1pPr marL="0" indent="0" algn="l" rtl="0" eaLnBrk="1" fontAlgn="base" latinLnBrk="1" hangingPunct="1"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0" lang="ko-KR" altLang="en-US" sz="2400" b="1" kern="12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5082998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6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10"/>
          <p:cNvSpPr txBox="1">
            <a:spLocks/>
          </p:cNvSpPr>
          <p:nvPr userDrawn="1"/>
        </p:nvSpPr>
        <p:spPr bwMode="auto">
          <a:xfrm>
            <a:off x="11074400" y="6453189"/>
            <a:ext cx="1117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36F77048-831F-4214-AFB5-F686D2A46E25}" type="slidenum"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 eaLnBrk="1" hangingPunct="1"/>
              <a:t>‹#›</a:t>
            </a:fld>
            <a:endParaRPr lang="ko-KR" altLang="en-US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82742" y="764704"/>
            <a:ext cx="7621770" cy="5871046"/>
          </a:xfrm>
          <a:prstGeom prst="rect">
            <a:avLst/>
          </a:prstGeom>
        </p:spPr>
        <p:txBody>
          <a:bodyPr/>
          <a:lstStyle>
            <a:lvl1pPr marL="180000" indent="-432000">
              <a:lnSpc>
                <a:spcPct val="200000"/>
              </a:lnSpc>
              <a:buFont typeface="+mj-lt"/>
              <a:buAutoNum type="romanUcPeriod"/>
              <a:defRPr sz="1800" b="1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432000" indent="216000">
              <a:lnSpc>
                <a:spcPts val="1850"/>
              </a:lnSpc>
              <a:buFont typeface="+mj-lt"/>
              <a:buAutoNum type="arabicPeriod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684000" indent="216000">
              <a:lnSpc>
                <a:spcPts val="1850"/>
              </a:lnSpc>
              <a:buFont typeface="+mj-lt"/>
              <a:buAutoNum type="arabicParenR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158110" y="12701"/>
            <a:ext cx="11698530" cy="549275"/>
          </a:xfrm>
          <a:prstGeom prst="rect">
            <a:avLst/>
          </a:prstGeom>
        </p:spPr>
        <p:txBody>
          <a:bodyPr anchor="ctr"/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kumimoji="0" lang="ko-KR" altLang="en-US" sz="2400" b="1" kern="12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5678308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639985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fld id="{809BAF6E-014A-4D9C-B942-1CBCC7133741}" type="datetimeFigureOut">
              <a:rPr lang="ko-KR" altLang="en-US" smtClean="0"/>
              <a:pPr/>
              <a:t>2026. 9. 2.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fld id="{891C5C8B-181F-4726-B8DF-5AD4BF9F132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24423" y="1052513"/>
            <a:ext cx="10943167" cy="0"/>
          </a:xfrm>
          <a:prstGeom prst="line">
            <a:avLst/>
          </a:prstGeom>
          <a:ln w="57150" cmpd="dbl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609600" y="1124744"/>
            <a:ext cx="10972800" cy="521097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625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lvl2pPr>
              <a:lnSpc>
                <a:spcPct val="150000"/>
              </a:lnSpc>
              <a:defRPr sz="1463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2pPr>
            <a:lvl3pPr>
              <a:lnSpc>
                <a:spcPct val="150000"/>
              </a:lnSpc>
              <a:defRPr sz="1463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3pPr>
            <a:lvl4pPr>
              <a:lnSpc>
                <a:spcPct val="150000"/>
              </a:lnSpc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4pPr>
            <a:lvl5pPr>
              <a:lnSpc>
                <a:spcPct val="150000"/>
              </a:lnSpc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5pPr>
            <a:extLst/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0" name="제목 6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txBody>
          <a:bodyPr rtlCol="0">
            <a:normAutofit/>
          </a:bodyPr>
          <a:lstStyle>
            <a:lvl1pPr>
              <a:defRPr sz="2275">
                <a:solidFill>
                  <a:srgbClr val="002060"/>
                </a:solidFill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defRPr>
            </a:lvl1pPr>
            <a:extLst/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49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1. 일반현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10883449" y="76526"/>
            <a:ext cx="1150055" cy="29255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3" tIns="45711" rIns="91423" bIns="45711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500" b="1" dirty="0">
                <a:solidFill>
                  <a:prstClr val="black"/>
                </a:solidFill>
              </a:rPr>
              <a:t>대외비</a:t>
            </a:r>
          </a:p>
        </p:txBody>
      </p:sp>
      <p:pic>
        <p:nvPicPr>
          <p:cNvPr id="9" name="그림 6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49281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734937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666750" y="1544836"/>
            <a:ext cx="10858500" cy="232171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5765" spc="-58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r>
              <a:t>프레젠테이션 제목</a:t>
            </a:r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66750" y="3750469"/>
            <a:ext cx="10858500" cy="1023417"/>
          </a:xfrm>
          <a:prstGeom prst="rect">
            <a:avLst/>
          </a:prstGeom>
        </p:spPr>
        <p:txBody>
          <a:bodyPr/>
          <a:lstStyle>
            <a:lvl1pPr marL="0" indent="0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1pPr>
            <a:lvl2pPr marL="0" indent="321457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2pPr>
            <a:lvl3pPr marL="0" indent="642915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3pPr>
            <a:lvl4pPr marL="0" indent="964372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4pPr>
            <a:lvl5pPr marL="0" indent="1285829" algn="ctr" defTabSz="410751">
              <a:lnSpc>
                <a:spcPct val="100000"/>
              </a:lnSpc>
              <a:spcBef>
                <a:spcPts val="0"/>
              </a:spcBef>
              <a:buSzTx/>
              <a:buNone/>
              <a:defRPr sz="2672" b="1" spc="-27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Next-DemiBold"/>
              </a:defRPr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66750" y="5913856"/>
            <a:ext cx="10858500" cy="301824"/>
          </a:xfrm>
          <a:prstGeom prst="rect">
            <a:avLst/>
          </a:prstGeom>
        </p:spPr>
        <p:txBody>
          <a:bodyPr/>
          <a:lstStyle>
            <a:lvl1pPr marL="0" indent="0" algn="ctr" defTabSz="400353">
              <a:lnSpc>
                <a:spcPct val="100000"/>
              </a:lnSpc>
              <a:spcBef>
                <a:spcPts val="0"/>
              </a:spcBef>
              <a:buSzTx/>
              <a:buNone/>
              <a:defRPr sz="1364" spc="-13">
                <a:latin typeface="현대하모니 L" panose="02020603020101020101" pitchFamily="18" charset="-127"/>
                <a:ea typeface="현대하모니 L" panose="02020603020101020101" pitchFamily="18" charset="-127"/>
                <a:cs typeface="현대하모니 L" panose="02020603020101020101" pitchFamily="18" charset="-127"/>
                <a:sym typeface="Avenir Next Medium"/>
              </a:defRPr>
            </a:lvl1pPr>
          </a:lstStyle>
          <a:p>
            <a:r>
              <a:t>저자 및 날짜</a:t>
            </a:r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5965974" y="6418819"/>
            <a:ext cx="261482" cy="223619"/>
          </a:xfrm>
          <a:prstGeom prst="rect">
            <a:avLst/>
          </a:prstGeom>
        </p:spPr>
        <p:txBody>
          <a:bodyPr/>
          <a:lstStyle>
            <a:lvl1pPr>
              <a:defRPr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fld id="{86CB4B4D-7CA3-9044-876B-883B54F8677D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7121819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. 본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가로모티프색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6"/>
            <a:ext cx="12192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슬라이드 번호 개체 틀 10"/>
          <p:cNvSpPr txBox="1">
            <a:spLocks/>
          </p:cNvSpPr>
          <p:nvPr userDrawn="1"/>
        </p:nvSpPr>
        <p:spPr bwMode="auto">
          <a:xfrm>
            <a:off x="11074400" y="6453189"/>
            <a:ext cx="1117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/>
            <a:fld id="{C0C8A82A-28A5-42A4-B829-083C91997333}" type="slidenum">
              <a:rPr lang="ko-KR" altLang="en-US" sz="1200"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 eaLnBrk="1" hangingPunct="1"/>
              <a:t>‹#›</a:t>
            </a:fld>
            <a:endParaRPr lang="ko-KR" altLang="en-US" sz="120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6" name="텍스트 개체 틀 8"/>
          <p:cNvSpPr>
            <a:spLocks noGrp="1"/>
          </p:cNvSpPr>
          <p:nvPr>
            <p:ph type="body" sz="quarter" idx="10" hasCustomPrompt="1"/>
          </p:nvPr>
        </p:nvSpPr>
        <p:spPr>
          <a:xfrm>
            <a:off x="335360" y="764704"/>
            <a:ext cx="11521280" cy="5688484"/>
          </a:xfrm>
          <a:prstGeom prst="rect">
            <a:avLst/>
          </a:prstGeom>
        </p:spPr>
        <p:txBody>
          <a:bodyPr tIns="0"/>
          <a:lstStyle>
            <a:lvl1pPr marL="285736" indent="-285736" algn="l" rtl="0" eaLnBrk="1" fontAlgn="base" latinLnBrk="1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kumimoji="0" lang="ko-KR" altLang="en-US" sz="1700" b="1" kern="1200" spc="-30" baseline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  <a:lvl2pPr marL="541310" indent="-253987">
              <a:lnSpc>
                <a:spcPts val="2160"/>
              </a:lnSpc>
              <a:buSzPct val="100000"/>
              <a:buFont typeface="Wingdings" panose="05000000000000000000" pitchFamily="2" charset="2"/>
              <a:buChar char="l"/>
              <a:defRPr sz="14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807997" indent="-268274">
              <a:lnSpc>
                <a:spcPts val="2100"/>
              </a:lnSpc>
              <a:buSzPct val="100000"/>
              <a:buFont typeface="Wingdings" panose="05000000000000000000" pitchFamily="2" charset="2"/>
              <a:buChar char="Ø"/>
              <a:defRPr sz="13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896892" indent="-134931">
              <a:buSzPct val="100000"/>
              <a:buFont typeface="현대하모니 L" panose="02020603020101020101" pitchFamily="18" charset="-127"/>
              <a:buChar char="-"/>
              <a:defRPr sz="13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4pPr>
            <a:lvl5pPr marL="1259936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  <a:p>
            <a:pPr lvl="3"/>
            <a:r>
              <a:rPr lang="ko-KR" altLang="en-US" dirty="0"/>
              <a:t> 넷째 수준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158110" y="75502"/>
            <a:ext cx="11698530" cy="486474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latin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None/>
              <a:defRPr kumimoji="0" lang="ko-KR" altLang="en-US" sz="2400" b="1" kern="1200" dirty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869186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3. 본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335360" y="764704"/>
            <a:ext cx="11521280" cy="5688484"/>
          </a:xfrm>
          <a:prstGeom prst="rect">
            <a:avLst/>
          </a:prstGeom>
        </p:spPr>
        <p:txBody>
          <a:bodyPr tIns="0"/>
          <a:lstStyle>
            <a:lvl1pPr marL="251987" indent="-251987" algn="l" rtl="0" eaLnBrk="1" fontAlgn="base" latinLnBrk="1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0" lang="ko-KR" altLang="en-US" sz="1700" b="1" kern="1200" spc="-30" baseline="0" dirty="0" smtClean="0">
                <a:solidFill>
                  <a:schemeClr val="tx1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cs typeface="Arial" pitchFamily="34" charset="0"/>
              </a:defRPr>
            </a:lvl1pPr>
            <a:lvl2pPr marL="539972" indent="-251987">
              <a:lnSpc>
                <a:spcPts val="2160"/>
              </a:lnSpc>
              <a:buFont typeface="+mj-lt"/>
              <a:buAutoNum type="arabicParenR"/>
              <a:defRPr sz="14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  <a:lvl3pPr marL="683965" indent="-143993">
              <a:lnSpc>
                <a:spcPts val="2100"/>
              </a:lnSpc>
              <a:buFont typeface="맑은 고딕" panose="020B0503020000020004" pitchFamily="50" charset="-127"/>
              <a:buChar char="–"/>
              <a:defRPr sz="1300" spc="-30" baseline="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3pPr>
            <a:lvl4pPr marL="1079945">
              <a:defRPr sz="1400"/>
            </a:lvl4pPr>
            <a:lvl5pPr marL="1259936">
              <a:defRPr sz="14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5268840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580" r:id="rId1"/>
    <p:sldLayoutId id="2147484581" r:id="rId2"/>
    <p:sldLayoutId id="2147484578" r:id="rId3"/>
    <p:sldLayoutId id="2147484582" r:id="rId4"/>
    <p:sldLayoutId id="2147484583" r:id="rId5"/>
    <p:sldLayoutId id="2147484584" r:id="rId6"/>
    <p:sldLayoutId id="2147484585" r:id="rId7"/>
    <p:sldLayoutId id="2147484586" r:id="rId8"/>
  </p:sldLayoutIdLst>
  <p:transition>
    <p:fad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967" y="6137358"/>
            <a:ext cx="2453490" cy="424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229811" y="4531738"/>
            <a:ext cx="6334680" cy="1185453"/>
          </a:xfrm>
          <a:prstGeom prst="rect">
            <a:avLst/>
          </a:prstGeom>
          <a:noFill/>
        </p:spPr>
        <p:txBody>
          <a:bodyPr wrap="square" lIns="32905" rIns="32905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3600" spc="-100">
                <a:solidFill>
                  <a:srgbClr val="14398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Arial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2531" dirty="0">
                <a:solidFill>
                  <a:srgbClr val="002060"/>
                </a:solidFill>
              </a:rPr>
              <a:t>2026. 00. 00 </a:t>
            </a:r>
          </a:p>
          <a:p>
            <a:pPr>
              <a:lnSpc>
                <a:spcPct val="150000"/>
              </a:lnSpc>
            </a:pPr>
            <a:endParaRPr lang="en-US" altLang="ko-KR" sz="2531" dirty="0">
              <a:solidFill>
                <a:srgbClr val="00206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19606" y="1484784"/>
            <a:ext cx="10060970" cy="923330"/>
          </a:xfrm>
          <a:prstGeom prst="rect">
            <a:avLst/>
          </a:prstGeom>
          <a:noFill/>
        </p:spPr>
        <p:txBody>
          <a:bodyPr wrap="square" lIns="32905" rIns="32905">
            <a:spAutoFit/>
          </a:bodyPr>
          <a:lstStyle/>
          <a:p>
            <a:pPr>
              <a:defRPr/>
            </a:pPr>
            <a:r>
              <a:rPr lang="ko-KR" altLang="en-US" sz="5400" spc="-70" dirty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itchFamily="34" charset="0"/>
              </a:rPr>
              <a:t>제 목</a:t>
            </a:r>
          </a:p>
        </p:txBody>
      </p:sp>
      <p:pic>
        <p:nvPicPr>
          <p:cNvPr id="16" name="그림 7" descr="motif-3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00945" y="105"/>
            <a:ext cx="2191056" cy="3098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1219606" y="3295008"/>
            <a:ext cx="2654222" cy="585866"/>
          </a:xfrm>
          <a:prstGeom prst="rect">
            <a:avLst/>
          </a:prstGeom>
          <a:noFill/>
        </p:spPr>
        <p:txBody>
          <a:bodyPr lIns="32905" rIns="32905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3600" spc="-100">
                <a:solidFill>
                  <a:srgbClr val="14398F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cs typeface="Arial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2531" b="1" dirty="0">
                <a:solidFill>
                  <a:schemeClr val="bg1">
                    <a:lumMod val="50000"/>
                  </a:schemeClr>
                </a:solidFill>
              </a:rPr>
              <a:t>플랜트품질팀</a:t>
            </a:r>
            <a:endParaRPr lang="en-US" altLang="ko-KR" sz="2531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45178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title"/>
          </p:nvPr>
        </p:nvSpPr>
        <p:spPr bwMode="auto">
          <a:xfrm>
            <a:off x="244922" y="12805"/>
            <a:ext cx="10530886" cy="54925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7" tIns="45719" rIns="91437" bIns="45719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목  차 </a:t>
            </a:r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48150" y="765257"/>
            <a:ext cx="6192649" cy="5870396"/>
          </a:xfrm>
        </p:spPr>
        <p:txBody>
          <a:bodyPr>
            <a:normAutofit/>
          </a:bodyPr>
          <a:lstStyle/>
          <a:p>
            <a:pPr lvl="1">
              <a:lnSpc>
                <a:spcPct val="200000"/>
              </a:lnSpc>
              <a:buSzPct val="100000"/>
              <a:defRPr/>
            </a:pPr>
            <a:r>
              <a:rPr lang="ko-KR" altLang="en-US" sz="1800" dirty="0"/>
              <a:t> </a:t>
            </a:r>
            <a:endParaRPr lang="en-US" altLang="ko-KR" sz="1800" dirty="0"/>
          </a:p>
          <a:p>
            <a:pPr lvl="1">
              <a:lnSpc>
                <a:spcPct val="200000"/>
              </a:lnSpc>
              <a:buSzPct val="100000"/>
              <a:defRPr/>
            </a:pPr>
            <a:r>
              <a:rPr lang="ko-KR" altLang="en-US" sz="1800" dirty="0"/>
              <a:t> </a:t>
            </a:r>
            <a:endParaRPr lang="en-US" altLang="ko-KR" sz="1800" dirty="0"/>
          </a:p>
          <a:p>
            <a:pPr lvl="2">
              <a:lnSpc>
                <a:spcPct val="200000"/>
              </a:lnSpc>
              <a:buSzPct val="100000"/>
              <a:defRPr/>
            </a:pPr>
            <a:r>
              <a:rPr lang="ko-KR" altLang="en-US" sz="1600" dirty="0"/>
              <a:t> 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70411513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E3E3ED-5A77-4C91-BC1F-272B741E15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 </a:t>
            </a:r>
          </a:p>
          <a:p>
            <a:pPr lvl="1"/>
            <a:r>
              <a:rPr lang="ko-KR" altLang="en-US" dirty="0"/>
              <a:t> </a:t>
            </a:r>
          </a:p>
          <a:p>
            <a:pPr lvl="1"/>
            <a:r>
              <a:rPr lang="ko-KR" altLang="en-US" dirty="0"/>
              <a:t> </a:t>
            </a:r>
          </a:p>
          <a:p>
            <a:pPr lvl="1"/>
            <a:r>
              <a:rPr lang="ko-KR" altLang="en-US" dirty="0"/>
              <a:t> </a:t>
            </a:r>
          </a:p>
          <a:p>
            <a:r>
              <a:rPr lang="ko-KR" altLang="en-US" dirty="0"/>
              <a:t> </a:t>
            </a:r>
          </a:p>
          <a:p>
            <a:pPr lvl="1"/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/>
              <a:t> </a:t>
            </a:r>
          </a:p>
          <a:p>
            <a:pPr lvl="1"/>
            <a:endParaRPr lang="ko-KR" altLang="en-US" dirty="0"/>
          </a:p>
        </p:txBody>
      </p:sp>
      <p:sp>
        <p:nvSpPr>
          <p:cNvPr id="4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슬라이드제목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6915906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5"/>
          <p:cNvSpPr txBox="1">
            <a:spLocks noChangeArrowheads="1"/>
          </p:cNvSpPr>
          <p:nvPr/>
        </p:nvSpPr>
        <p:spPr bwMode="auto">
          <a:xfrm>
            <a:off x="2229691" y="2342904"/>
            <a:ext cx="7732618" cy="1888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25" tIns="45712" rIns="91425" bIns="45712">
            <a:spAutoFit/>
          </a:bodyPr>
          <a:lstStyle/>
          <a:p>
            <a:pPr algn="ctr" defTabSz="912767"/>
            <a:r>
              <a:rPr lang="ko-KR" altLang="en-US" sz="11671" b="1" spc="-7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현대하모니 B" panose="02020603020101020101" pitchFamily="18" charset="-127"/>
                <a:ea typeface="현대하모니 B" panose="02020603020101020101" pitchFamily="18" charset="-127"/>
                <a:cs typeface="Arial" pitchFamily="34" charset="0"/>
              </a:rPr>
              <a:t>감사합니다</a:t>
            </a:r>
            <a:endParaRPr lang="en-US" altLang="ko-KR" sz="6187" b="1" dirty="0"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348567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dirty="0" smtClean="0">
            <a:solidFill>
              <a:srgbClr val="FF0000"/>
            </a:solidFill>
            <a:latin typeface="현대하모니 L" panose="02020603020101020101" pitchFamily="18" charset="-127"/>
            <a:ea typeface="현대하모니 L" panose="02020603020101020101" pitchFamily="18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29547</TotalTime>
  <Words>2743</Words>
  <Application>Microsoft Office PowerPoint</Application>
  <PresentationFormat>와이드스크린</PresentationFormat>
  <Paragraphs>1022</Paragraphs>
  <Slides>4</Slides>
  <Notes>2</Notes>
  <HiddenSlides>1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디자인 사용자 지정</vt:lpstr>
      <vt:lpstr>PowerPoint 프레젠테이션</vt:lpstr>
      <vt:lpstr>목  차 </vt:lpstr>
      <vt:lpstr>슬라이드제목</vt:lpstr>
      <vt:lpstr>PowerPoint 프레젠테이션</vt:lpstr>
    </vt:vector>
  </TitlesOfParts>
  <Company>HDEC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김혜윤(KIM HAE YUN)</dc:creator>
  <cp:lastModifiedBy>kihun song</cp:lastModifiedBy>
  <cp:revision>1463</cp:revision>
  <cp:lastPrinted>2022-05-11T23:15:41Z</cp:lastPrinted>
  <dcterms:created xsi:type="dcterms:W3CDTF">2011-02-08T05:54:54Z</dcterms:created>
  <dcterms:modified xsi:type="dcterms:W3CDTF">2026-09-02T01:01:49Z</dcterms:modified>
</cp:coreProperties>
</file>